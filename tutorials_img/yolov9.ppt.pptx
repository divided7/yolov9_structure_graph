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60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43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904" autoAdjust="0"/>
    <p:restoredTop sz="94660"/>
  </p:normalViewPr>
  <p:slideViewPr>
    <p:cSldViewPr snapToGrid="0">
      <p:cViewPr>
        <p:scale>
          <a:sx n="100" d="100"/>
          <a:sy n="100" d="100"/>
        </p:scale>
        <p:origin x="43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624EF-95F6-4D70-85B9-1C3A3A34D8A5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F66A1-6C35-4020-8CDA-B2AB24DC6A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926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624EF-95F6-4D70-85B9-1C3A3A34D8A5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F66A1-6C35-4020-8CDA-B2AB24DC6A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7171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624EF-95F6-4D70-85B9-1C3A3A34D8A5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F66A1-6C35-4020-8CDA-B2AB24DC6A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3889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624EF-95F6-4D70-85B9-1C3A3A34D8A5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F66A1-6C35-4020-8CDA-B2AB24DC6A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6295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624EF-95F6-4D70-85B9-1C3A3A34D8A5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F66A1-6C35-4020-8CDA-B2AB24DC6A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862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624EF-95F6-4D70-85B9-1C3A3A34D8A5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F66A1-6C35-4020-8CDA-B2AB24DC6A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944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624EF-95F6-4D70-85B9-1C3A3A34D8A5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F66A1-6C35-4020-8CDA-B2AB24DC6A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0828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624EF-95F6-4D70-85B9-1C3A3A34D8A5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F66A1-6C35-4020-8CDA-B2AB24DC6A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9518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624EF-95F6-4D70-85B9-1C3A3A34D8A5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F66A1-6C35-4020-8CDA-B2AB24DC6A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3452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624EF-95F6-4D70-85B9-1C3A3A34D8A5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F66A1-6C35-4020-8CDA-B2AB24DC6A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0132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624EF-95F6-4D70-85B9-1C3A3A34D8A5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F66A1-6C35-4020-8CDA-B2AB24DC6A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0265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624EF-95F6-4D70-85B9-1C3A3A34D8A5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FF66A1-6C35-4020-8CDA-B2AB24DC6A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8540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495801" y="119477"/>
            <a:ext cx="947224" cy="2913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Silence</a:t>
            </a:r>
            <a:endParaRPr lang="zh-CN" altLang="en-US" sz="900" dirty="0"/>
          </a:p>
        </p:txBody>
      </p:sp>
      <p:sp>
        <p:nvSpPr>
          <p:cNvPr id="8" name="矩形 7"/>
          <p:cNvSpPr/>
          <p:nvPr/>
        </p:nvSpPr>
        <p:spPr>
          <a:xfrm>
            <a:off x="4495801" y="630017"/>
            <a:ext cx="947224" cy="29131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CBS</a:t>
            </a:r>
          </a:p>
          <a:p>
            <a:pPr algn="ctr"/>
            <a:r>
              <a:rPr lang="en-US" altLang="zh-CN" sz="900" dirty="0" smtClean="0"/>
              <a:t>64,3,2</a:t>
            </a:r>
            <a:endParaRPr lang="zh-CN" altLang="en-US" sz="900" dirty="0"/>
          </a:p>
        </p:txBody>
      </p:sp>
      <p:sp>
        <p:nvSpPr>
          <p:cNvPr id="9" name="矩形 8"/>
          <p:cNvSpPr/>
          <p:nvPr/>
        </p:nvSpPr>
        <p:spPr>
          <a:xfrm>
            <a:off x="4495801" y="1140557"/>
            <a:ext cx="947224" cy="29131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CBS</a:t>
            </a:r>
          </a:p>
          <a:p>
            <a:pPr algn="ctr"/>
            <a:r>
              <a:rPr lang="en-US" altLang="zh-CN" sz="900" dirty="0" smtClean="0"/>
              <a:t>128,3,2</a:t>
            </a:r>
            <a:endParaRPr lang="zh-CN" altLang="en-US" sz="900" dirty="0"/>
          </a:p>
        </p:txBody>
      </p:sp>
      <p:sp>
        <p:nvSpPr>
          <p:cNvPr id="10" name="矩形 9"/>
          <p:cNvSpPr/>
          <p:nvPr/>
        </p:nvSpPr>
        <p:spPr>
          <a:xfrm>
            <a:off x="4495801" y="1651097"/>
            <a:ext cx="947224" cy="29131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ELAN</a:t>
            </a:r>
          </a:p>
          <a:p>
            <a:pPr algn="ctr"/>
            <a:r>
              <a:rPr lang="en-US" altLang="zh-CN" sz="900" dirty="0" smtClean="0"/>
              <a:t>256,128,64,1</a:t>
            </a:r>
            <a:endParaRPr lang="zh-CN" altLang="en-US" sz="900" dirty="0"/>
          </a:p>
        </p:txBody>
      </p:sp>
      <p:cxnSp>
        <p:nvCxnSpPr>
          <p:cNvPr id="12" name="直接箭头连接符 11"/>
          <p:cNvCxnSpPr>
            <a:stCxn id="4" idx="2"/>
            <a:endCxn id="8" idx="0"/>
          </p:cNvCxnSpPr>
          <p:nvPr/>
        </p:nvCxnSpPr>
        <p:spPr>
          <a:xfrm>
            <a:off x="4969413" y="410796"/>
            <a:ext cx="0" cy="219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4969413" y="921336"/>
            <a:ext cx="0" cy="219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4969413" y="1431876"/>
            <a:ext cx="0" cy="219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4495801" y="2161637"/>
            <a:ext cx="947224" cy="29131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CBS</a:t>
            </a:r>
          </a:p>
          <a:p>
            <a:pPr algn="ctr"/>
            <a:r>
              <a:rPr lang="en-US" altLang="zh-CN" sz="900" dirty="0" smtClean="0"/>
              <a:t>256,3,2</a:t>
            </a:r>
            <a:endParaRPr lang="zh-CN" altLang="en-US" sz="900" dirty="0"/>
          </a:p>
        </p:txBody>
      </p:sp>
      <p:cxnSp>
        <p:nvCxnSpPr>
          <p:cNvPr id="17" name="直接箭头连接符 16"/>
          <p:cNvCxnSpPr/>
          <p:nvPr/>
        </p:nvCxnSpPr>
        <p:spPr>
          <a:xfrm>
            <a:off x="4969413" y="1942416"/>
            <a:ext cx="0" cy="219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4495801" y="2672177"/>
            <a:ext cx="947224" cy="29131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ELAN</a:t>
            </a:r>
          </a:p>
          <a:p>
            <a:pPr algn="ctr"/>
            <a:r>
              <a:rPr lang="en-US" altLang="zh-CN" sz="900" dirty="0" smtClean="0"/>
              <a:t>512,256,128,1</a:t>
            </a:r>
            <a:endParaRPr lang="zh-CN" altLang="en-US" sz="900" dirty="0"/>
          </a:p>
        </p:txBody>
      </p:sp>
      <p:cxnSp>
        <p:nvCxnSpPr>
          <p:cNvPr id="19" name="直接箭头连接符 18"/>
          <p:cNvCxnSpPr/>
          <p:nvPr/>
        </p:nvCxnSpPr>
        <p:spPr>
          <a:xfrm>
            <a:off x="4969413" y="2452956"/>
            <a:ext cx="0" cy="219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4495801" y="3182717"/>
            <a:ext cx="947224" cy="29131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CBS</a:t>
            </a:r>
          </a:p>
          <a:p>
            <a:pPr algn="ctr"/>
            <a:r>
              <a:rPr lang="en-US" altLang="zh-CN" sz="900" dirty="0" smtClean="0"/>
              <a:t>512,3,2</a:t>
            </a:r>
            <a:endParaRPr lang="zh-CN" altLang="en-US" sz="900" dirty="0"/>
          </a:p>
        </p:txBody>
      </p:sp>
      <p:cxnSp>
        <p:nvCxnSpPr>
          <p:cNvPr id="21" name="直接箭头连接符 20"/>
          <p:cNvCxnSpPr/>
          <p:nvPr/>
        </p:nvCxnSpPr>
        <p:spPr>
          <a:xfrm>
            <a:off x="4969413" y="2963496"/>
            <a:ext cx="0" cy="219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4495801" y="3693257"/>
            <a:ext cx="947224" cy="29131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ELAN</a:t>
            </a:r>
          </a:p>
          <a:p>
            <a:pPr algn="ctr"/>
            <a:r>
              <a:rPr lang="en-US" altLang="zh-CN" sz="900" dirty="0" smtClean="0"/>
              <a:t>512,512,256,1</a:t>
            </a:r>
            <a:endParaRPr lang="zh-CN" altLang="en-US" sz="900" dirty="0"/>
          </a:p>
        </p:txBody>
      </p:sp>
      <p:cxnSp>
        <p:nvCxnSpPr>
          <p:cNvPr id="23" name="直接箭头连接符 22"/>
          <p:cNvCxnSpPr/>
          <p:nvPr/>
        </p:nvCxnSpPr>
        <p:spPr>
          <a:xfrm>
            <a:off x="4969413" y="3474036"/>
            <a:ext cx="0" cy="219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4495801" y="4203797"/>
            <a:ext cx="947224" cy="29131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CBS</a:t>
            </a:r>
          </a:p>
          <a:p>
            <a:pPr algn="ctr"/>
            <a:r>
              <a:rPr lang="en-US" altLang="zh-CN" sz="900" dirty="0" smtClean="0"/>
              <a:t>512,3,2</a:t>
            </a:r>
            <a:endParaRPr lang="zh-CN" altLang="en-US" sz="900" dirty="0"/>
          </a:p>
        </p:txBody>
      </p:sp>
      <p:cxnSp>
        <p:nvCxnSpPr>
          <p:cNvPr id="25" name="直接箭头连接符 24"/>
          <p:cNvCxnSpPr/>
          <p:nvPr/>
        </p:nvCxnSpPr>
        <p:spPr>
          <a:xfrm>
            <a:off x="4969413" y="3984576"/>
            <a:ext cx="0" cy="219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4495801" y="4714337"/>
            <a:ext cx="947224" cy="29131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ELAN</a:t>
            </a:r>
          </a:p>
          <a:p>
            <a:pPr algn="ctr"/>
            <a:r>
              <a:rPr lang="en-US" altLang="zh-CN" sz="900" dirty="0" smtClean="0"/>
              <a:t>512,512,256,1</a:t>
            </a:r>
            <a:endParaRPr lang="zh-CN" altLang="en-US" sz="900" dirty="0"/>
          </a:p>
        </p:txBody>
      </p:sp>
      <p:cxnSp>
        <p:nvCxnSpPr>
          <p:cNvPr id="27" name="直接箭头连接符 26"/>
          <p:cNvCxnSpPr/>
          <p:nvPr/>
        </p:nvCxnSpPr>
        <p:spPr>
          <a:xfrm>
            <a:off x="4969413" y="4495116"/>
            <a:ext cx="0" cy="219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4203403" y="550657"/>
            <a:ext cx="3642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# 1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4203403" y="1058972"/>
            <a:ext cx="3642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# 2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203403" y="1577214"/>
            <a:ext cx="3642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# 3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203403" y="2075088"/>
            <a:ext cx="3642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# 4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203403" y="2602701"/>
            <a:ext cx="3642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# 5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203403" y="3111016"/>
            <a:ext cx="3642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# 6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203403" y="3629258"/>
            <a:ext cx="3642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# 7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4203403" y="4127132"/>
            <a:ext cx="3642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# 8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4203403" y="4657527"/>
            <a:ext cx="3642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# 9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cxnSp>
        <p:nvCxnSpPr>
          <p:cNvPr id="37" name="直接箭头连接符 36"/>
          <p:cNvCxnSpPr/>
          <p:nvPr/>
        </p:nvCxnSpPr>
        <p:spPr>
          <a:xfrm rot="16200000">
            <a:off x="5623025" y="4682421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>
            <a:off x="5803025" y="4714336"/>
            <a:ext cx="947224" cy="29131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ELAN-SPP</a:t>
            </a:r>
          </a:p>
          <a:p>
            <a:pPr algn="ctr"/>
            <a:r>
              <a:rPr lang="en-US" altLang="zh-CN" sz="900" dirty="0" smtClean="0"/>
              <a:t>512,256, 1</a:t>
            </a:r>
            <a:endParaRPr lang="zh-CN" altLang="en-US" sz="900" dirty="0"/>
          </a:p>
        </p:txBody>
      </p:sp>
      <p:cxnSp>
        <p:nvCxnSpPr>
          <p:cNvPr id="42" name="直接箭头连接符 41"/>
          <p:cNvCxnSpPr/>
          <p:nvPr/>
        </p:nvCxnSpPr>
        <p:spPr>
          <a:xfrm rot="16200000">
            <a:off x="5631575" y="3658916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/>
        </p:nvCxnSpPr>
        <p:spPr>
          <a:xfrm flipV="1">
            <a:off x="6276637" y="4501855"/>
            <a:ext cx="0" cy="219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矩形 43"/>
          <p:cNvSpPr/>
          <p:nvPr/>
        </p:nvSpPr>
        <p:spPr>
          <a:xfrm>
            <a:off x="5803025" y="4203315"/>
            <a:ext cx="947224" cy="29131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Up sample</a:t>
            </a:r>
            <a:endParaRPr lang="zh-CN" altLang="en-US" sz="900" dirty="0"/>
          </a:p>
        </p:txBody>
      </p:sp>
      <p:sp>
        <p:nvSpPr>
          <p:cNvPr id="45" name="矩形 44"/>
          <p:cNvSpPr/>
          <p:nvPr/>
        </p:nvSpPr>
        <p:spPr>
          <a:xfrm>
            <a:off x="5803025" y="3693257"/>
            <a:ext cx="947224" cy="29131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err="1"/>
              <a:t>Concat</a:t>
            </a:r>
            <a:endParaRPr lang="zh-CN" altLang="en-US" sz="900" dirty="0"/>
          </a:p>
        </p:txBody>
      </p:sp>
      <p:cxnSp>
        <p:nvCxnSpPr>
          <p:cNvPr id="46" name="直接箭头连接符 45"/>
          <p:cNvCxnSpPr/>
          <p:nvPr/>
        </p:nvCxnSpPr>
        <p:spPr>
          <a:xfrm flipV="1">
            <a:off x="6276637" y="3984576"/>
            <a:ext cx="0" cy="219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5442129" y="3247670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# 13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5447373" y="3629258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# 12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5447373" y="4127132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# 11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5447373" y="4657527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# 10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5803025" y="3293406"/>
            <a:ext cx="947224" cy="29131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ELAN</a:t>
            </a:r>
          </a:p>
          <a:p>
            <a:pPr algn="ctr"/>
            <a:r>
              <a:rPr lang="en-US" altLang="zh-CN" sz="900" dirty="0" smtClean="0"/>
              <a:t>512,512,256,1</a:t>
            </a:r>
            <a:endParaRPr lang="zh-CN" altLang="en-US" sz="900" dirty="0"/>
          </a:p>
        </p:txBody>
      </p:sp>
      <p:cxnSp>
        <p:nvCxnSpPr>
          <p:cNvPr id="52" name="直接箭头连接符 51"/>
          <p:cNvCxnSpPr/>
          <p:nvPr/>
        </p:nvCxnSpPr>
        <p:spPr>
          <a:xfrm flipV="1">
            <a:off x="6276637" y="3595956"/>
            <a:ext cx="0" cy="973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/>
          <p:nvPr/>
        </p:nvCxnSpPr>
        <p:spPr>
          <a:xfrm flipV="1">
            <a:off x="6276637" y="3196958"/>
            <a:ext cx="0" cy="91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矩形 53"/>
          <p:cNvSpPr/>
          <p:nvPr/>
        </p:nvSpPr>
        <p:spPr>
          <a:xfrm>
            <a:off x="5803025" y="3019952"/>
            <a:ext cx="947224" cy="16978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Up sample</a:t>
            </a:r>
            <a:endParaRPr lang="zh-CN" altLang="en-US" sz="900" dirty="0"/>
          </a:p>
        </p:txBody>
      </p:sp>
      <p:sp>
        <p:nvSpPr>
          <p:cNvPr id="55" name="矩形 54"/>
          <p:cNvSpPr/>
          <p:nvPr/>
        </p:nvSpPr>
        <p:spPr>
          <a:xfrm>
            <a:off x="5803025" y="2672177"/>
            <a:ext cx="947224" cy="2527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err="1"/>
              <a:t>Concat</a:t>
            </a:r>
            <a:endParaRPr lang="zh-CN" altLang="en-US" sz="900" dirty="0"/>
          </a:p>
        </p:txBody>
      </p:sp>
      <p:cxnSp>
        <p:nvCxnSpPr>
          <p:cNvPr id="56" name="直接箭头连接符 55"/>
          <p:cNvCxnSpPr/>
          <p:nvPr/>
        </p:nvCxnSpPr>
        <p:spPr>
          <a:xfrm flipV="1">
            <a:off x="6276637" y="2924938"/>
            <a:ext cx="0" cy="91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文本框 59"/>
          <p:cNvSpPr txBox="1"/>
          <p:nvPr/>
        </p:nvSpPr>
        <p:spPr>
          <a:xfrm>
            <a:off x="5447373" y="2969875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# 14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5442129" y="2612808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# 15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cxnSp>
        <p:nvCxnSpPr>
          <p:cNvPr id="62" name="直接箭头连接符 61"/>
          <p:cNvCxnSpPr/>
          <p:nvPr/>
        </p:nvCxnSpPr>
        <p:spPr>
          <a:xfrm rot="16200000">
            <a:off x="5631575" y="2640813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矩形 62"/>
          <p:cNvSpPr/>
          <p:nvPr/>
        </p:nvSpPr>
        <p:spPr>
          <a:xfrm>
            <a:off x="7143175" y="2181471"/>
            <a:ext cx="947224" cy="29131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ELAN</a:t>
            </a:r>
          </a:p>
          <a:p>
            <a:pPr algn="ctr"/>
            <a:r>
              <a:rPr lang="en-US" altLang="zh-CN" sz="900" dirty="0" smtClean="0"/>
              <a:t>256,256,128,1</a:t>
            </a:r>
            <a:endParaRPr lang="zh-CN" altLang="en-US" sz="900" dirty="0"/>
          </a:p>
        </p:txBody>
      </p:sp>
      <p:sp>
        <p:nvSpPr>
          <p:cNvPr id="67" name="矩形 66"/>
          <p:cNvSpPr/>
          <p:nvPr/>
        </p:nvSpPr>
        <p:spPr>
          <a:xfrm>
            <a:off x="7143175" y="2784079"/>
            <a:ext cx="947224" cy="29131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CBS</a:t>
            </a:r>
          </a:p>
          <a:p>
            <a:pPr algn="ctr"/>
            <a:r>
              <a:rPr lang="en-US" altLang="zh-CN" sz="900" dirty="0" smtClean="0"/>
              <a:t>256,3,2</a:t>
            </a:r>
            <a:endParaRPr lang="zh-CN" altLang="en-US" sz="900" dirty="0"/>
          </a:p>
        </p:txBody>
      </p:sp>
      <p:sp>
        <p:nvSpPr>
          <p:cNvPr id="68" name="文本框 67"/>
          <p:cNvSpPr txBox="1"/>
          <p:nvPr/>
        </p:nvSpPr>
        <p:spPr>
          <a:xfrm>
            <a:off x="6786561" y="2112252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# 16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7120782" y="3299152"/>
            <a:ext cx="947224" cy="30168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err="1"/>
              <a:t>Concat</a:t>
            </a:r>
            <a:endParaRPr lang="zh-CN" altLang="en-US" sz="900" dirty="0"/>
          </a:p>
        </p:txBody>
      </p:sp>
      <p:cxnSp>
        <p:nvCxnSpPr>
          <p:cNvPr id="70" name="直接箭头连接符 69"/>
          <p:cNvCxnSpPr/>
          <p:nvPr/>
        </p:nvCxnSpPr>
        <p:spPr>
          <a:xfrm rot="16200000">
            <a:off x="6930249" y="3274054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文本框 70"/>
          <p:cNvSpPr txBox="1"/>
          <p:nvPr/>
        </p:nvSpPr>
        <p:spPr>
          <a:xfrm>
            <a:off x="6750249" y="3221009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# 18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cxnSp>
        <p:nvCxnSpPr>
          <p:cNvPr id="72" name="直接箭头连接符 71"/>
          <p:cNvCxnSpPr>
            <a:endCxn id="69" idx="0"/>
          </p:cNvCxnSpPr>
          <p:nvPr/>
        </p:nvCxnSpPr>
        <p:spPr>
          <a:xfrm>
            <a:off x="7594394" y="3092985"/>
            <a:ext cx="0" cy="2061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矩形 75"/>
          <p:cNvSpPr/>
          <p:nvPr/>
        </p:nvSpPr>
        <p:spPr>
          <a:xfrm>
            <a:off x="7120782" y="4714335"/>
            <a:ext cx="947224" cy="29131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err="1"/>
              <a:t>Concat</a:t>
            </a:r>
            <a:endParaRPr lang="zh-CN" altLang="en-US" sz="900" dirty="0"/>
          </a:p>
        </p:txBody>
      </p:sp>
      <p:sp>
        <p:nvSpPr>
          <p:cNvPr id="78" name="矩形 77"/>
          <p:cNvSpPr/>
          <p:nvPr/>
        </p:nvSpPr>
        <p:spPr>
          <a:xfrm>
            <a:off x="7120782" y="3807945"/>
            <a:ext cx="947224" cy="29131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ELAN</a:t>
            </a:r>
          </a:p>
          <a:p>
            <a:pPr algn="ctr"/>
            <a:r>
              <a:rPr lang="en-US" altLang="zh-CN" sz="900" dirty="0" smtClean="0"/>
              <a:t>512,512,256,1</a:t>
            </a:r>
            <a:endParaRPr lang="zh-CN" altLang="en-US" sz="900" dirty="0"/>
          </a:p>
        </p:txBody>
      </p:sp>
      <p:sp>
        <p:nvSpPr>
          <p:cNvPr id="79" name="矩形 78"/>
          <p:cNvSpPr/>
          <p:nvPr/>
        </p:nvSpPr>
        <p:spPr>
          <a:xfrm>
            <a:off x="7120782" y="4268126"/>
            <a:ext cx="947224" cy="29131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CBS</a:t>
            </a:r>
          </a:p>
          <a:p>
            <a:pPr algn="ctr"/>
            <a:r>
              <a:rPr lang="en-US" altLang="zh-CN" sz="900" dirty="0" smtClean="0"/>
              <a:t>512,3,2</a:t>
            </a:r>
            <a:endParaRPr lang="zh-CN" altLang="en-US" sz="900" dirty="0"/>
          </a:p>
        </p:txBody>
      </p:sp>
      <p:cxnSp>
        <p:nvCxnSpPr>
          <p:cNvPr id="80" name="直接箭头连接符 79"/>
          <p:cNvCxnSpPr/>
          <p:nvPr/>
        </p:nvCxnSpPr>
        <p:spPr>
          <a:xfrm rot="16200000">
            <a:off x="6940782" y="4679994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文本框 80"/>
          <p:cNvSpPr txBox="1"/>
          <p:nvPr/>
        </p:nvSpPr>
        <p:spPr>
          <a:xfrm>
            <a:off x="6767624" y="4648815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# 21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cxnSp>
        <p:nvCxnSpPr>
          <p:cNvPr id="82" name="直接箭头连接符 81"/>
          <p:cNvCxnSpPr>
            <a:stCxn id="69" idx="2"/>
            <a:endCxn id="78" idx="0"/>
          </p:cNvCxnSpPr>
          <p:nvPr/>
        </p:nvCxnSpPr>
        <p:spPr>
          <a:xfrm>
            <a:off x="7594394" y="3600834"/>
            <a:ext cx="0" cy="2071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直接箭头连接符 84"/>
          <p:cNvCxnSpPr>
            <a:endCxn id="79" idx="0"/>
          </p:cNvCxnSpPr>
          <p:nvPr/>
        </p:nvCxnSpPr>
        <p:spPr>
          <a:xfrm>
            <a:off x="7594394" y="4099759"/>
            <a:ext cx="0" cy="1683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直接箭头连接符 86"/>
          <p:cNvCxnSpPr>
            <a:endCxn id="76" idx="0"/>
          </p:cNvCxnSpPr>
          <p:nvPr/>
        </p:nvCxnSpPr>
        <p:spPr>
          <a:xfrm>
            <a:off x="7594394" y="4566813"/>
            <a:ext cx="0" cy="1475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文本框 88"/>
          <p:cNvSpPr txBox="1"/>
          <p:nvPr/>
        </p:nvSpPr>
        <p:spPr>
          <a:xfrm>
            <a:off x="6772594" y="4233084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# 20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6772594" y="3747775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# 19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cxnSp>
        <p:nvCxnSpPr>
          <p:cNvPr id="96" name="肘形连接符 95"/>
          <p:cNvCxnSpPr>
            <a:stCxn id="55" idx="0"/>
            <a:endCxn id="63" idx="1"/>
          </p:cNvCxnSpPr>
          <p:nvPr/>
        </p:nvCxnSpPr>
        <p:spPr>
          <a:xfrm rot="5400000" flipH="1" flipV="1">
            <a:off x="6537383" y="2066385"/>
            <a:ext cx="345046" cy="86653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直接箭头连接符 98"/>
          <p:cNvCxnSpPr>
            <a:endCxn id="67" idx="0"/>
          </p:cNvCxnSpPr>
          <p:nvPr/>
        </p:nvCxnSpPr>
        <p:spPr>
          <a:xfrm>
            <a:off x="7594394" y="2484487"/>
            <a:ext cx="0" cy="2995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文本框 100"/>
          <p:cNvSpPr txBox="1"/>
          <p:nvPr/>
        </p:nvSpPr>
        <p:spPr>
          <a:xfrm>
            <a:off x="6786561" y="2725521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# 17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cxnSp>
        <p:nvCxnSpPr>
          <p:cNvPr id="102" name="直接箭头连接符 101"/>
          <p:cNvCxnSpPr/>
          <p:nvPr/>
        </p:nvCxnSpPr>
        <p:spPr>
          <a:xfrm rot="16200000">
            <a:off x="8241166" y="5139733"/>
            <a:ext cx="0" cy="36000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3" name="矩形 102"/>
          <p:cNvSpPr/>
          <p:nvPr/>
        </p:nvSpPr>
        <p:spPr>
          <a:xfrm>
            <a:off x="7120783" y="5160544"/>
            <a:ext cx="947224" cy="29131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ELAN</a:t>
            </a:r>
          </a:p>
          <a:p>
            <a:pPr algn="ctr"/>
            <a:r>
              <a:rPr lang="en-US" altLang="zh-CN" sz="900" dirty="0" smtClean="0"/>
              <a:t>512,512,256,1</a:t>
            </a:r>
            <a:endParaRPr lang="zh-CN" altLang="en-US" sz="900" dirty="0"/>
          </a:p>
        </p:txBody>
      </p:sp>
      <p:sp>
        <p:nvSpPr>
          <p:cNvPr id="104" name="文本框 103"/>
          <p:cNvSpPr txBox="1"/>
          <p:nvPr/>
        </p:nvSpPr>
        <p:spPr>
          <a:xfrm>
            <a:off x="6767624" y="5099608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# 22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3178044" y="2678556"/>
            <a:ext cx="947224" cy="29131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err="1" smtClean="0"/>
              <a:t>CBLinear</a:t>
            </a:r>
            <a:endParaRPr lang="en-US" altLang="zh-CN" sz="900" dirty="0" smtClean="0"/>
          </a:p>
          <a:p>
            <a:pPr algn="ctr"/>
            <a:r>
              <a:rPr lang="en-US" altLang="zh-CN" sz="900" dirty="0" smtClean="0"/>
              <a:t>256</a:t>
            </a:r>
            <a:endParaRPr lang="zh-CN" altLang="en-US" sz="900" dirty="0"/>
          </a:p>
        </p:txBody>
      </p:sp>
      <p:sp>
        <p:nvSpPr>
          <p:cNvPr id="106" name="矩形 105"/>
          <p:cNvSpPr/>
          <p:nvPr/>
        </p:nvSpPr>
        <p:spPr>
          <a:xfrm>
            <a:off x="3177909" y="3704389"/>
            <a:ext cx="947224" cy="29131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err="1" smtClean="0"/>
              <a:t>CBLinear</a:t>
            </a:r>
            <a:endParaRPr lang="en-US" altLang="zh-CN" sz="900" dirty="0" smtClean="0"/>
          </a:p>
          <a:p>
            <a:pPr algn="ctr"/>
            <a:r>
              <a:rPr lang="en-US" altLang="zh-CN" sz="900" dirty="0" smtClean="0"/>
              <a:t>256</a:t>
            </a:r>
            <a:endParaRPr lang="zh-CN" altLang="en-US" sz="900" dirty="0"/>
          </a:p>
        </p:txBody>
      </p:sp>
      <p:sp>
        <p:nvSpPr>
          <p:cNvPr id="107" name="矩形 106"/>
          <p:cNvSpPr/>
          <p:nvPr/>
        </p:nvSpPr>
        <p:spPr>
          <a:xfrm>
            <a:off x="3188578" y="4721076"/>
            <a:ext cx="947224" cy="29131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err="1" smtClean="0"/>
              <a:t>CBLinear</a:t>
            </a:r>
            <a:endParaRPr lang="en-US" altLang="zh-CN" sz="900" dirty="0" smtClean="0"/>
          </a:p>
          <a:p>
            <a:pPr algn="ctr"/>
            <a:r>
              <a:rPr lang="en-US" altLang="zh-CN" sz="900" dirty="0" smtClean="0"/>
              <a:t>256</a:t>
            </a:r>
            <a:endParaRPr lang="zh-CN" altLang="en-US" sz="900" dirty="0"/>
          </a:p>
        </p:txBody>
      </p:sp>
      <p:sp>
        <p:nvSpPr>
          <p:cNvPr id="108" name="矩形 107"/>
          <p:cNvSpPr/>
          <p:nvPr/>
        </p:nvSpPr>
        <p:spPr>
          <a:xfrm>
            <a:off x="1275990" y="694465"/>
            <a:ext cx="947224" cy="29131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CBS</a:t>
            </a:r>
          </a:p>
          <a:p>
            <a:pPr algn="ctr"/>
            <a:r>
              <a:rPr lang="en-US" altLang="zh-CN" sz="900" dirty="0" smtClean="0"/>
              <a:t>64,3,2</a:t>
            </a:r>
            <a:endParaRPr lang="zh-CN" altLang="en-US" sz="900" dirty="0"/>
          </a:p>
        </p:txBody>
      </p:sp>
      <p:cxnSp>
        <p:nvCxnSpPr>
          <p:cNvPr id="112" name="直接箭头连接符 111"/>
          <p:cNvCxnSpPr/>
          <p:nvPr/>
        </p:nvCxnSpPr>
        <p:spPr>
          <a:xfrm>
            <a:off x="7585552" y="5005654"/>
            <a:ext cx="0" cy="1475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直接箭头连接符 112"/>
          <p:cNvCxnSpPr/>
          <p:nvPr/>
        </p:nvCxnSpPr>
        <p:spPr>
          <a:xfrm rot="16200000">
            <a:off x="8248006" y="3783469"/>
            <a:ext cx="0" cy="36000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4" name="直接箭头连接符 113"/>
          <p:cNvCxnSpPr/>
          <p:nvPr/>
        </p:nvCxnSpPr>
        <p:spPr>
          <a:xfrm rot="16200000">
            <a:off x="8270399" y="2141309"/>
            <a:ext cx="0" cy="36000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5" name="文本框 114"/>
          <p:cNvSpPr txBox="1"/>
          <p:nvPr/>
        </p:nvSpPr>
        <p:spPr>
          <a:xfrm>
            <a:off x="2818044" y="4657527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# 25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2807241" y="3641245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# 24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sp>
        <p:nvSpPr>
          <p:cNvPr id="117" name="文本框 116"/>
          <p:cNvSpPr txBox="1"/>
          <p:nvPr/>
        </p:nvSpPr>
        <p:spPr>
          <a:xfrm>
            <a:off x="2803314" y="2624071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# 23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sp>
        <p:nvSpPr>
          <p:cNvPr id="118" name="文本框 117"/>
          <p:cNvSpPr txBox="1"/>
          <p:nvPr/>
        </p:nvSpPr>
        <p:spPr>
          <a:xfrm>
            <a:off x="910773" y="636953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# 26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1279182" y="1217938"/>
            <a:ext cx="947224" cy="29131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CBS</a:t>
            </a:r>
          </a:p>
          <a:p>
            <a:pPr algn="ctr"/>
            <a:r>
              <a:rPr lang="en-US" altLang="zh-CN" sz="900" dirty="0" smtClean="0"/>
              <a:t>128,3,2</a:t>
            </a:r>
            <a:endParaRPr lang="zh-CN" altLang="en-US" sz="900" dirty="0"/>
          </a:p>
        </p:txBody>
      </p:sp>
      <p:sp>
        <p:nvSpPr>
          <p:cNvPr id="120" name="文本框 119"/>
          <p:cNvSpPr txBox="1"/>
          <p:nvPr/>
        </p:nvSpPr>
        <p:spPr>
          <a:xfrm>
            <a:off x="910773" y="1171253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# 27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sp>
        <p:nvSpPr>
          <p:cNvPr id="121" name="矩形 120"/>
          <p:cNvSpPr/>
          <p:nvPr/>
        </p:nvSpPr>
        <p:spPr>
          <a:xfrm>
            <a:off x="1275990" y="1739508"/>
            <a:ext cx="947224" cy="29131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ELAN</a:t>
            </a:r>
          </a:p>
          <a:p>
            <a:pPr algn="ctr"/>
            <a:r>
              <a:rPr lang="en-US" altLang="zh-CN" sz="900" dirty="0" smtClean="0"/>
              <a:t>256,128,64,1</a:t>
            </a:r>
            <a:endParaRPr lang="zh-CN" altLang="en-US" sz="900" dirty="0"/>
          </a:p>
        </p:txBody>
      </p:sp>
      <p:sp>
        <p:nvSpPr>
          <p:cNvPr id="122" name="文本框 121"/>
          <p:cNvSpPr txBox="1"/>
          <p:nvPr/>
        </p:nvSpPr>
        <p:spPr>
          <a:xfrm>
            <a:off x="919376" y="1670289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# 28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sp>
        <p:nvSpPr>
          <p:cNvPr id="124" name="矩形 123"/>
          <p:cNvSpPr/>
          <p:nvPr/>
        </p:nvSpPr>
        <p:spPr>
          <a:xfrm>
            <a:off x="1279182" y="2250874"/>
            <a:ext cx="947224" cy="29131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CBS</a:t>
            </a:r>
          </a:p>
          <a:p>
            <a:pPr algn="ctr"/>
            <a:r>
              <a:rPr lang="en-US" altLang="zh-CN" sz="900" dirty="0" smtClean="0"/>
              <a:t>256,3,2</a:t>
            </a:r>
            <a:endParaRPr lang="zh-CN" altLang="en-US" sz="900" dirty="0"/>
          </a:p>
        </p:txBody>
      </p:sp>
      <p:sp>
        <p:nvSpPr>
          <p:cNvPr id="125" name="文本框 124"/>
          <p:cNvSpPr txBox="1"/>
          <p:nvPr/>
        </p:nvSpPr>
        <p:spPr>
          <a:xfrm>
            <a:off x="910773" y="2204189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# 29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cxnSp>
        <p:nvCxnSpPr>
          <p:cNvPr id="126" name="直接箭头连接符 125"/>
          <p:cNvCxnSpPr/>
          <p:nvPr/>
        </p:nvCxnSpPr>
        <p:spPr>
          <a:xfrm>
            <a:off x="1741999" y="998717"/>
            <a:ext cx="0" cy="219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直接箭头连接符 127"/>
          <p:cNvCxnSpPr/>
          <p:nvPr/>
        </p:nvCxnSpPr>
        <p:spPr>
          <a:xfrm>
            <a:off x="1741999" y="1509257"/>
            <a:ext cx="0" cy="219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直接箭头连接符 128"/>
          <p:cNvCxnSpPr/>
          <p:nvPr/>
        </p:nvCxnSpPr>
        <p:spPr>
          <a:xfrm>
            <a:off x="1731742" y="2030827"/>
            <a:ext cx="0" cy="219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直接箭头连接符 130"/>
          <p:cNvCxnSpPr>
            <a:endCxn id="105" idx="3"/>
          </p:cNvCxnSpPr>
          <p:nvPr/>
        </p:nvCxnSpPr>
        <p:spPr>
          <a:xfrm flipH="1">
            <a:off x="4125268" y="2824215"/>
            <a:ext cx="37384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" name="直接箭头连接符 132"/>
          <p:cNvCxnSpPr>
            <a:endCxn id="106" idx="3"/>
          </p:cNvCxnSpPr>
          <p:nvPr/>
        </p:nvCxnSpPr>
        <p:spPr>
          <a:xfrm flipH="1">
            <a:off x="4125133" y="3845296"/>
            <a:ext cx="366320" cy="47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直接箭头连接符 134"/>
          <p:cNvCxnSpPr>
            <a:stCxn id="26" idx="1"/>
            <a:endCxn id="107" idx="3"/>
          </p:cNvCxnSpPr>
          <p:nvPr/>
        </p:nvCxnSpPr>
        <p:spPr>
          <a:xfrm flipH="1">
            <a:off x="4135802" y="4859997"/>
            <a:ext cx="359999" cy="67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6" name="直接箭头连接符 135"/>
          <p:cNvCxnSpPr>
            <a:endCxn id="145" idx="3"/>
          </p:cNvCxnSpPr>
          <p:nvPr/>
        </p:nvCxnSpPr>
        <p:spPr>
          <a:xfrm flipH="1" flipV="1">
            <a:off x="2223215" y="2991821"/>
            <a:ext cx="968311" cy="18927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9" name="直接箭头连接符 138"/>
          <p:cNvCxnSpPr>
            <a:stCxn id="106" idx="1"/>
            <a:endCxn id="145" idx="3"/>
          </p:cNvCxnSpPr>
          <p:nvPr/>
        </p:nvCxnSpPr>
        <p:spPr>
          <a:xfrm flipH="1" flipV="1">
            <a:off x="2223215" y="2991821"/>
            <a:ext cx="954694" cy="858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直接箭头连接符 140"/>
          <p:cNvCxnSpPr>
            <a:endCxn id="145" idx="3"/>
          </p:cNvCxnSpPr>
          <p:nvPr/>
        </p:nvCxnSpPr>
        <p:spPr>
          <a:xfrm flipH="1">
            <a:off x="2223215" y="2835731"/>
            <a:ext cx="915897" cy="1560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3" name="直接箭头连接符 142"/>
          <p:cNvCxnSpPr>
            <a:stCxn id="124" idx="2"/>
            <a:endCxn id="145" idx="0"/>
          </p:cNvCxnSpPr>
          <p:nvPr/>
        </p:nvCxnSpPr>
        <p:spPr>
          <a:xfrm flipH="1">
            <a:off x="1749603" y="2542193"/>
            <a:ext cx="3191" cy="3039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5" name="矩形 144"/>
          <p:cNvSpPr/>
          <p:nvPr/>
        </p:nvSpPr>
        <p:spPr>
          <a:xfrm>
            <a:off x="1275991" y="2846161"/>
            <a:ext cx="947224" cy="29131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err="1" smtClean="0"/>
              <a:t>CBFuse</a:t>
            </a:r>
            <a:endParaRPr lang="en-US" altLang="zh-CN" sz="900" dirty="0" smtClean="0"/>
          </a:p>
          <a:p>
            <a:pPr algn="ctr"/>
            <a:r>
              <a:rPr lang="en-US" altLang="zh-CN" sz="900" dirty="0" smtClean="0"/>
              <a:t>0,0,0</a:t>
            </a:r>
            <a:endParaRPr lang="zh-CN" altLang="en-US" sz="900" dirty="0"/>
          </a:p>
        </p:txBody>
      </p:sp>
      <p:cxnSp>
        <p:nvCxnSpPr>
          <p:cNvPr id="146" name="直接箭头连接符 145"/>
          <p:cNvCxnSpPr/>
          <p:nvPr/>
        </p:nvCxnSpPr>
        <p:spPr>
          <a:xfrm>
            <a:off x="1739088" y="3151217"/>
            <a:ext cx="0" cy="2890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8" name="矩形 147"/>
          <p:cNvSpPr/>
          <p:nvPr/>
        </p:nvSpPr>
        <p:spPr>
          <a:xfrm>
            <a:off x="1292127" y="3415441"/>
            <a:ext cx="947224" cy="29131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ELAN</a:t>
            </a:r>
          </a:p>
          <a:p>
            <a:pPr algn="ctr"/>
            <a:r>
              <a:rPr lang="en-US" altLang="zh-CN" sz="900" dirty="0" smtClean="0"/>
              <a:t>512,256,128,1</a:t>
            </a:r>
            <a:endParaRPr lang="zh-CN" altLang="en-US" sz="900" dirty="0"/>
          </a:p>
        </p:txBody>
      </p:sp>
      <p:sp>
        <p:nvSpPr>
          <p:cNvPr id="149" name="文本框 148"/>
          <p:cNvSpPr txBox="1"/>
          <p:nvPr/>
        </p:nvSpPr>
        <p:spPr>
          <a:xfrm>
            <a:off x="935513" y="3346222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# 31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sp>
        <p:nvSpPr>
          <p:cNvPr id="150" name="文本框 149"/>
          <p:cNvSpPr txBox="1"/>
          <p:nvPr/>
        </p:nvSpPr>
        <p:spPr>
          <a:xfrm>
            <a:off x="892568" y="2790595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# 30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cxnSp>
        <p:nvCxnSpPr>
          <p:cNvPr id="151" name="直接箭头连接符 150"/>
          <p:cNvCxnSpPr/>
          <p:nvPr/>
        </p:nvCxnSpPr>
        <p:spPr>
          <a:xfrm rot="5400000" flipH="1">
            <a:off x="1014774" y="3398586"/>
            <a:ext cx="0" cy="36000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2" name="直接箭头连接符 151"/>
          <p:cNvCxnSpPr>
            <a:stCxn id="148" idx="2"/>
          </p:cNvCxnSpPr>
          <p:nvPr/>
        </p:nvCxnSpPr>
        <p:spPr>
          <a:xfrm flipH="1">
            <a:off x="1744347" y="3706760"/>
            <a:ext cx="0" cy="232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3" name="矩形 152"/>
          <p:cNvSpPr/>
          <p:nvPr/>
        </p:nvSpPr>
        <p:spPr>
          <a:xfrm>
            <a:off x="1292127" y="3945836"/>
            <a:ext cx="947224" cy="29131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CBS</a:t>
            </a:r>
          </a:p>
          <a:p>
            <a:pPr algn="ctr"/>
            <a:r>
              <a:rPr lang="en-US" altLang="zh-CN" sz="900" dirty="0" smtClean="0"/>
              <a:t>512,256,128,1</a:t>
            </a:r>
            <a:endParaRPr lang="zh-CN" altLang="en-US" sz="900" dirty="0"/>
          </a:p>
        </p:txBody>
      </p:sp>
      <p:sp>
        <p:nvSpPr>
          <p:cNvPr id="154" name="文本框 153"/>
          <p:cNvSpPr txBox="1"/>
          <p:nvPr/>
        </p:nvSpPr>
        <p:spPr>
          <a:xfrm>
            <a:off x="921593" y="3882287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# 32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sp>
        <p:nvSpPr>
          <p:cNvPr id="155" name="矩形 154"/>
          <p:cNvSpPr/>
          <p:nvPr/>
        </p:nvSpPr>
        <p:spPr>
          <a:xfrm>
            <a:off x="1281003" y="4505637"/>
            <a:ext cx="947224" cy="29131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err="1" smtClean="0"/>
              <a:t>CBFuse</a:t>
            </a:r>
            <a:endParaRPr lang="en-US" altLang="zh-CN" sz="900" dirty="0" smtClean="0"/>
          </a:p>
          <a:p>
            <a:pPr algn="ctr"/>
            <a:r>
              <a:rPr lang="en-US" altLang="zh-CN" sz="900" dirty="0" smtClean="0"/>
              <a:t>1,1</a:t>
            </a:r>
            <a:endParaRPr lang="zh-CN" altLang="en-US" sz="900" dirty="0"/>
          </a:p>
        </p:txBody>
      </p:sp>
      <p:sp>
        <p:nvSpPr>
          <p:cNvPr id="156" name="文本框 155"/>
          <p:cNvSpPr txBox="1"/>
          <p:nvPr/>
        </p:nvSpPr>
        <p:spPr>
          <a:xfrm>
            <a:off x="901055" y="4451915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# 33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cxnSp>
        <p:nvCxnSpPr>
          <p:cNvPr id="157" name="直接箭头连接符 156"/>
          <p:cNvCxnSpPr>
            <a:stCxn id="153" idx="2"/>
            <a:endCxn id="155" idx="0"/>
          </p:cNvCxnSpPr>
          <p:nvPr/>
        </p:nvCxnSpPr>
        <p:spPr>
          <a:xfrm flipH="1">
            <a:off x="1754615" y="4237155"/>
            <a:ext cx="0" cy="268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8" name="直接箭头连接符 157"/>
          <p:cNvCxnSpPr>
            <a:stCxn id="106" idx="1"/>
            <a:endCxn id="155" idx="3"/>
          </p:cNvCxnSpPr>
          <p:nvPr/>
        </p:nvCxnSpPr>
        <p:spPr>
          <a:xfrm flipH="1">
            <a:off x="2228227" y="3850049"/>
            <a:ext cx="949682" cy="8012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0" name="直接箭头连接符 159"/>
          <p:cNvCxnSpPr>
            <a:stCxn id="107" idx="1"/>
            <a:endCxn id="155" idx="3"/>
          </p:cNvCxnSpPr>
          <p:nvPr/>
        </p:nvCxnSpPr>
        <p:spPr>
          <a:xfrm flipH="1" flipV="1">
            <a:off x="2228227" y="4651297"/>
            <a:ext cx="960351" cy="2154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3" name="矩形 162"/>
          <p:cNvSpPr/>
          <p:nvPr/>
        </p:nvSpPr>
        <p:spPr>
          <a:xfrm>
            <a:off x="1281003" y="6133380"/>
            <a:ext cx="947224" cy="29131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err="1" smtClean="0"/>
              <a:t>CBFuse</a:t>
            </a:r>
            <a:endParaRPr lang="en-US" altLang="zh-CN" sz="900" dirty="0" smtClean="0"/>
          </a:p>
          <a:p>
            <a:pPr algn="ctr"/>
            <a:r>
              <a:rPr lang="en-US" altLang="zh-CN" sz="900" dirty="0" smtClean="0"/>
              <a:t>11</a:t>
            </a:r>
            <a:endParaRPr lang="zh-CN" altLang="en-US" sz="900" dirty="0"/>
          </a:p>
        </p:txBody>
      </p:sp>
      <p:sp>
        <p:nvSpPr>
          <p:cNvPr id="164" name="矩形 163"/>
          <p:cNvSpPr/>
          <p:nvPr/>
        </p:nvSpPr>
        <p:spPr>
          <a:xfrm>
            <a:off x="1286195" y="5047324"/>
            <a:ext cx="947224" cy="29131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ELAN</a:t>
            </a:r>
          </a:p>
          <a:p>
            <a:pPr algn="ctr"/>
            <a:r>
              <a:rPr lang="en-US" altLang="zh-CN" sz="900" dirty="0" smtClean="0"/>
              <a:t>512,512,256,1</a:t>
            </a:r>
            <a:endParaRPr lang="zh-CN" altLang="en-US" sz="900" dirty="0"/>
          </a:p>
        </p:txBody>
      </p:sp>
      <p:cxnSp>
        <p:nvCxnSpPr>
          <p:cNvPr id="165" name="直接箭头连接符 164"/>
          <p:cNvCxnSpPr>
            <a:stCxn id="155" idx="2"/>
          </p:cNvCxnSpPr>
          <p:nvPr/>
        </p:nvCxnSpPr>
        <p:spPr>
          <a:xfrm>
            <a:off x="1754615" y="4796956"/>
            <a:ext cx="1335" cy="2561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6" name="文本框 165"/>
          <p:cNvSpPr txBox="1"/>
          <p:nvPr/>
        </p:nvSpPr>
        <p:spPr>
          <a:xfrm>
            <a:off x="855049" y="5006562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# 34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sp>
        <p:nvSpPr>
          <p:cNvPr id="167" name="矩形 166"/>
          <p:cNvSpPr/>
          <p:nvPr/>
        </p:nvSpPr>
        <p:spPr>
          <a:xfrm>
            <a:off x="1281003" y="5600105"/>
            <a:ext cx="947224" cy="29131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CBS</a:t>
            </a:r>
          </a:p>
          <a:p>
            <a:pPr algn="ctr"/>
            <a:r>
              <a:rPr lang="en-US" altLang="zh-CN" sz="900" dirty="0" smtClean="0"/>
              <a:t>512,3,2</a:t>
            </a:r>
            <a:endParaRPr lang="zh-CN" altLang="en-US" sz="900" dirty="0"/>
          </a:p>
        </p:txBody>
      </p:sp>
      <p:sp>
        <p:nvSpPr>
          <p:cNvPr id="168" name="文本框 167"/>
          <p:cNvSpPr txBox="1"/>
          <p:nvPr/>
        </p:nvSpPr>
        <p:spPr>
          <a:xfrm>
            <a:off x="855049" y="5552415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# 35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cxnSp>
        <p:nvCxnSpPr>
          <p:cNvPr id="169" name="直接箭头连接符 168"/>
          <p:cNvCxnSpPr>
            <a:stCxn id="164" idx="2"/>
            <a:endCxn id="167" idx="0"/>
          </p:cNvCxnSpPr>
          <p:nvPr/>
        </p:nvCxnSpPr>
        <p:spPr>
          <a:xfrm flipH="1">
            <a:off x="1754615" y="5338643"/>
            <a:ext cx="0" cy="2614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1" name="文本框 170"/>
          <p:cNvSpPr txBox="1"/>
          <p:nvPr/>
        </p:nvSpPr>
        <p:spPr>
          <a:xfrm>
            <a:off x="866454" y="6082810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# 36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cxnSp>
        <p:nvCxnSpPr>
          <p:cNvPr id="172" name="直接箭头连接符 171"/>
          <p:cNvCxnSpPr/>
          <p:nvPr/>
        </p:nvCxnSpPr>
        <p:spPr>
          <a:xfrm flipH="1">
            <a:off x="1734419" y="5896407"/>
            <a:ext cx="0" cy="2494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3" name="直接箭头连接符 172"/>
          <p:cNvCxnSpPr>
            <a:endCxn id="163" idx="3"/>
          </p:cNvCxnSpPr>
          <p:nvPr/>
        </p:nvCxnSpPr>
        <p:spPr>
          <a:xfrm flipH="1">
            <a:off x="2228227" y="4884558"/>
            <a:ext cx="949683" cy="1394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6" name="矩形 175"/>
          <p:cNvSpPr/>
          <p:nvPr/>
        </p:nvSpPr>
        <p:spPr>
          <a:xfrm>
            <a:off x="1281003" y="6671896"/>
            <a:ext cx="947224" cy="29131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ELAN</a:t>
            </a:r>
          </a:p>
          <a:p>
            <a:pPr algn="ctr"/>
            <a:r>
              <a:rPr lang="en-US" altLang="zh-CN" sz="900" dirty="0" smtClean="0"/>
              <a:t>512,512,256,1</a:t>
            </a:r>
            <a:endParaRPr lang="zh-CN" altLang="en-US" sz="900" dirty="0"/>
          </a:p>
        </p:txBody>
      </p:sp>
      <p:cxnSp>
        <p:nvCxnSpPr>
          <p:cNvPr id="177" name="直接箭头连接符 176"/>
          <p:cNvCxnSpPr/>
          <p:nvPr/>
        </p:nvCxnSpPr>
        <p:spPr>
          <a:xfrm flipH="1">
            <a:off x="1745277" y="6408931"/>
            <a:ext cx="0" cy="2494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8" name="文本框 177"/>
          <p:cNvSpPr txBox="1"/>
          <p:nvPr/>
        </p:nvSpPr>
        <p:spPr>
          <a:xfrm>
            <a:off x="861087" y="6644455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# 37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cxnSp>
        <p:nvCxnSpPr>
          <p:cNvPr id="3" name="肘形连接符 2"/>
          <p:cNvCxnSpPr>
            <a:stCxn id="4" idx="1"/>
            <a:endCxn id="108" idx="0"/>
          </p:cNvCxnSpPr>
          <p:nvPr/>
        </p:nvCxnSpPr>
        <p:spPr>
          <a:xfrm rot="10800000" flipV="1">
            <a:off x="1749603" y="265137"/>
            <a:ext cx="2746199" cy="42932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3" name="直接箭头连接符 182"/>
          <p:cNvCxnSpPr/>
          <p:nvPr/>
        </p:nvCxnSpPr>
        <p:spPr>
          <a:xfrm rot="5400000" flipH="1">
            <a:off x="973682" y="5042718"/>
            <a:ext cx="0" cy="36000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4" name="直接箭头连接符 183"/>
          <p:cNvCxnSpPr/>
          <p:nvPr/>
        </p:nvCxnSpPr>
        <p:spPr>
          <a:xfrm rot="5400000" flipH="1">
            <a:off x="973682" y="6678000"/>
            <a:ext cx="0" cy="36000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4" name="矩形 193"/>
          <p:cNvSpPr/>
          <p:nvPr/>
        </p:nvSpPr>
        <p:spPr>
          <a:xfrm>
            <a:off x="2769152" y="2484487"/>
            <a:ext cx="1418757" cy="2768296"/>
          </a:xfrm>
          <a:prstGeom prst="rect">
            <a:avLst/>
          </a:prstGeom>
          <a:noFill/>
          <a:ln w="19050">
            <a:solidFill>
              <a:srgbClr val="DD43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195" name="文本框 194"/>
          <p:cNvSpPr txBox="1"/>
          <p:nvPr/>
        </p:nvSpPr>
        <p:spPr>
          <a:xfrm>
            <a:off x="2835437" y="5199580"/>
            <a:ext cx="133562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rgbClr val="DD43B5"/>
                </a:solidFill>
              </a:rPr>
              <a:t>Multi-level </a:t>
            </a:r>
          </a:p>
          <a:p>
            <a:pPr algn="ctr"/>
            <a:r>
              <a:rPr lang="en-US" altLang="zh-CN" dirty="0" smtClean="0">
                <a:solidFill>
                  <a:srgbClr val="DD43B5"/>
                </a:solidFill>
              </a:rPr>
              <a:t>auxiliary</a:t>
            </a:r>
          </a:p>
          <a:p>
            <a:pPr algn="ctr"/>
            <a:r>
              <a:rPr lang="en-US" altLang="zh-CN" dirty="0" smtClean="0">
                <a:solidFill>
                  <a:srgbClr val="DD43B5"/>
                </a:solidFill>
              </a:rPr>
              <a:t>information</a:t>
            </a:r>
            <a:endParaRPr lang="zh-CN" altLang="en-US" dirty="0">
              <a:solidFill>
                <a:srgbClr val="DD43B5"/>
              </a:solidFill>
            </a:endParaRPr>
          </a:p>
        </p:txBody>
      </p:sp>
      <p:sp>
        <p:nvSpPr>
          <p:cNvPr id="196" name="矩形 195"/>
          <p:cNvSpPr/>
          <p:nvPr/>
        </p:nvSpPr>
        <p:spPr>
          <a:xfrm>
            <a:off x="1091395" y="463071"/>
            <a:ext cx="1312415" cy="6649906"/>
          </a:xfrm>
          <a:prstGeom prst="rect">
            <a:avLst/>
          </a:prstGeom>
          <a:noFill/>
          <a:ln w="1905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197" name="文本框 196"/>
          <p:cNvSpPr txBox="1"/>
          <p:nvPr/>
        </p:nvSpPr>
        <p:spPr>
          <a:xfrm>
            <a:off x="2349823" y="6533644"/>
            <a:ext cx="2824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0070C0"/>
                </a:solidFill>
              </a:rPr>
              <a:t>Auxiliary Reversible Branch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198" name="矩形 197"/>
          <p:cNvSpPr/>
          <p:nvPr/>
        </p:nvSpPr>
        <p:spPr>
          <a:xfrm>
            <a:off x="8486711" y="2122528"/>
            <a:ext cx="402727" cy="3805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16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99" name="矩形 198"/>
          <p:cNvSpPr/>
          <p:nvPr/>
        </p:nvSpPr>
        <p:spPr>
          <a:xfrm>
            <a:off x="8486710" y="3755558"/>
            <a:ext cx="402727" cy="3805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19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00" name="矩形 199"/>
          <p:cNvSpPr/>
          <p:nvPr/>
        </p:nvSpPr>
        <p:spPr>
          <a:xfrm>
            <a:off x="8486709" y="5124475"/>
            <a:ext cx="402727" cy="3805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22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01" name="矩形 200"/>
          <p:cNvSpPr/>
          <p:nvPr/>
        </p:nvSpPr>
        <p:spPr>
          <a:xfrm>
            <a:off x="339578" y="3375002"/>
            <a:ext cx="402727" cy="3805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31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02" name="矩形 201"/>
          <p:cNvSpPr/>
          <p:nvPr/>
        </p:nvSpPr>
        <p:spPr>
          <a:xfrm>
            <a:off x="336665" y="5032440"/>
            <a:ext cx="402727" cy="3805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34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03" name="矩形 202"/>
          <p:cNvSpPr/>
          <p:nvPr/>
        </p:nvSpPr>
        <p:spPr>
          <a:xfrm>
            <a:off x="327294" y="6689878"/>
            <a:ext cx="402727" cy="3805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37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40" name="矩形 139"/>
          <p:cNvSpPr/>
          <p:nvPr/>
        </p:nvSpPr>
        <p:spPr>
          <a:xfrm>
            <a:off x="4253452" y="63957"/>
            <a:ext cx="1231425" cy="5188826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142" name="文本框 141"/>
          <p:cNvSpPr txBox="1"/>
          <p:nvPr/>
        </p:nvSpPr>
        <p:spPr>
          <a:xfrm>
            <a:off x="5470327" y="694098"/>
            <a:ext cx="1152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</a:rPr>
              <a:t>Backbone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4" name="矩形 143"/>
          <p:cNvSpPr/>
          <p:nvPr/>
        </p:nvSpPr>
        <p:spPr>
          <a:xfrm>
            <a:off x="5524325" y="2075087"/>
            <a:ext cx="2681579" cy="3477327"/>
          </a:xfrm>
          <a:prstGeom prst="rect">
            <a:avLst/>
          </a:prstGeom>
          <a:noFill/>
          <a:ln w="1905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147" name="文本框 146"/>
          <p:cNvSpPr txBox="1"/>
          <p:nvPr/>
        </p:nvSpPr>
        <p:spPr>
          <a:xfrm>
            <a:off x="7634253" y="5545716"/>
            <a:ext cx="712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00B050"/>
                </a:solidFill>
              </a:rPr>
              <a:t>Head</a:t>
            </a:r>
            <a:endParaRPr lang="zh-CN" alt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6213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4495801" y="630017"/>
            <a:ext cx="947224" cy="29131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CBS</a:t>
            </a:r>
          </a:p>
          <a:p>
            <a:pPr algn="ctr"/>
            <a:r>
              <a:rPr lang="en-US" altLang="zh-CN" sz="900" dirty="0" smtClean="0"/>
              <a:t>64,3,2</a:t>
            </a:r>
            <a:endParaRPr lang="zh-CN" altLang="en-US" sz="900" dirty="0"/>
          </a:p>
        </p:txBody>
      </p:sp>
      <p:sp>
        <p:nvSpPr>
          <p:cNvPr id="9" name="矩形 8"/>
          <p:cNvSpPr/>
          <p:nvPr/>
        </p:nvSpPr>
        <p:spPr>
          <a:xfrm>
            <a:off x="4495801" y="1140557"/>
            <a:ext cx="947224" cy="29131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CBS</a:t>
            </a:r>
          </a:p>
          <a:p>
            <a:pPr algn="ctr"/>
            <a:r>
              <a:rPr lang="en-US" altLang="zh-CN" sz="900" dirty="0" smtClean="0"/>
              <a:t>128,3,2</a:t>
            </a:r>
            <a:endParaRPr lang="zh-CN" altLang="en-US" sz="900" dirty="0"/>
          </a:p>
        </p:txBody>
      </p:sp>
      <p:sp>
        <p:nvSpPr>
          <p:cNvPr id="10" name="矩形 9"/>
          <p:cNvSpPr/>
          <p:nvPr/>
        </p:nvSpPr>
        <p:spPr>
          <a:xfrm>
            <a:off x="4495801" y="1651097"/>
            <a:ext cx="947224" cy="29131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ELAN</a:t>
            </a:r>
          </a:p>
          <a:p>
            <a:pPr algn="ctr"/>
            <a:r>
              <a:rPr lang="en-US" altLang="zh-CN" sz="900" dirty="0" smtClean="0"/>
              <a:t>256,128,64,1</a:t>
            </a:r>
            <a:endParaRPr lang="zh-CN" altLang="en-US" sz="900" dirty="0"/>
          </a:p>
        </p:txBody>
      </p:sp>
      <p:cxnSp>
        <p:nvCxnSpPr>
          <p:cNvPr id="13" name="直接箭头连接符 12"/>
          <p:cNvCxnSpPr/>
          <p:nvPr/>
        </p:nvCxnSpPr>
        <p:spPr>
          <a:xfrm>
            <a:off x="4969413" y="921336"/>
            <a:ext cx="0" cy="219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4969413" y="1431876"/>
            <a:ext cx="0" cy="219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4495801" y="2161637"/>
            <a:ext cx="947224" cy="29131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CBS</a:t>
            </a:r>
          </a:p>
          <a:p>
            <a:pPr algn="ctr"/>
            <a:r>
              <a:rPr lang="en-US" altLang="zh-CN" sz="900" dirty="0" smtClean="0"/>
              <a:t>256,3,2</a:t>
            </a:r>
            <a:endParaRPr lang="zh-CN" altLang="en-US" sz="900" dirty="0"/>
          </a:p>
        </p:txBody>
      </p:sp>
      <p:cxnSp>
        <p:nvCxnSpPr>
          <p:cNvPr id="17" name="直接箭头连接符 16"/>
          <p:cNvCxnSpPr/>
          <p:nvPr/>
        </p:nvCxnSpPr>
        <p:spPr>
          <a:xfrm>
            <a:off x="4969413" y="1942416"/>
            <a:ext cx="0" cy="219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4495801" y="2672177"/>
            <a:ext cx="947224" cy="29131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ELAN</a:t>
            </a:r>
          </a:p>
          <a:p>
            <a:pPr algn="ctr"/>
            <a:r>
              <a:rPr lang="en-US" altLang="zh-CN" sz="900" dirty="0" smtClean="0"/>
              <a:t>512,256,128,1</a:t>
            </a:r>
            <a:endParaRPr lang="zh-CN" altLang="en-US" sz="900" dirty="0"/>
          </a:p>
        </p:txBody>
      </p:sp>
      <p:cxnSp>
        <p:nvCxnSpPr>
          <p:cNvPr id="19" name="直接箭头连接符 18"/>
          <p:cNvCxnSpPr/>
          <p:nvPr/>
        </p:nvCxnSpPr>
        <p:spPr>
          <a:xfrm>
            <a:off x="4969413" y="2452956"/>
            <a:ext cx="0" cy="219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4495801" y="3182717"/>
            <a:ext cx="947224" cy="29131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CBS</a:t>
            </a:r>
          </a:p>
          <a:p>
            <a:pPr algn="ctr"/>
            <a:r>
              <a:rPr lang="en-US" altLang="zh-CN" sz="900" dirty="0" smtClean="0"/>
              <a:t>512,3,2</a:t>
            </a:r>
            <a:endParaRPr lang="zh-CN" altLang="en-US" sz="900" dirty="0"/>
          </a:p>
        </p:txBody>
      </p:sp>
      <p:cxnSp>
        <p:nvCxnSpPr>
          <p:cNvPr id="21" name="直接箭头连接符 20"/>
          <p:cNvCxnSpPr/>
          <p:nvPr/>
        </p:nvCxnSpPr>
        <p:spPr>
          <a:xfrm>
            <a:off x="4969413" y="2963496"/>
            <a:ext cx="0" cy="219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4495801" y="3693257"/>
            <a:ext cx="947224" cy="29131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ELAN</a:t>
            </a:r>
          </a:p>
          <a:p>
            <a:pPr algn="ctr"/>
            <a:r>
              <a:rPr lang="en-US" altLang="zh-CN" sz="900" dirty="0" smtClean="0"/>
              <a:t>512,512,256,1</a:t>
            </a:r>
            <a:endParaRPr lang="zh-CN" altLang="en-US" sz="900" dirty="0"/>
          </a:p>
        </p:txBody>
      </p:sp>
      <p:cxnSp>
        <p:nvCxnSpPr>
          <p:cNvPr id="23" name="直接箭头连接符 22"/>
          <p:cNvCxnSpPr/>
          <p:nvPr/>
        </p:nvCxnSpPr>
        <p:spPr>
          <a:xfrm>
            <a:off x="4969413" y="3474036"/>
            <a:ext cx="0" cy="219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4495801" y="4203797"/>
            <a:ext cx="947224" cy="29131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CBS</a:t>
            </a:r>
          </a:p>
          <a:p>
            <a:pPr algn="ctr"/>
            <a:r>
              <a:rPr lang="en-US" altLang="zh-CN" sz="900" dirty="0" smtClean="0"/>
              <a:t>512,3,2</a:t>
            </a:r>
            <a:endParaRPr lang="zh-CN" altLang="en-US" sz="900" dirty="0"/>
          </a:p>
        </p:txBody>
      </p:sp>
      <p:cxnSp>
        <p:nvCxnSpPr>
          <p:cNvPr id="25" name="直接箭头连接符 24"/>
          <p:cNvCxnSpPr/>
          <p:nvPr/>
        </p:nvCxnSpPr>
        <p:spPr>
          <a:xfrm>
            <a:off x="4969413" y="3984576"/>
            <a:ext cx="0" cy="219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4495801" y="4714337"/>
            <a:ext cx="947224" cy="29131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ELAN</a:t>
            </a:r>
          </a:p>
          <a:p>
            <a:pPr algn="ctr"/>
            <a:r>
              <a:rPr lang="en-US" altLang="zh-CN" sz="900" dirty="0" smtClean="0"/>
              <a:t>512,512,256,1</a:t>
            </a:r>
            <a:endParaRPr lang="zh-CN" altLang="en-US" sz="900" dirty="0"/>
          </a:p>
        </p:txBody>
      </p:sp>
      <p:cxnSp>
        <p:nvCxnSpPr>
          <p:cNvPr id="27" name="直接箭头连接符 26"/>
          <p:cNvCxnSpPr/>
          <p:nvPr/>
        </p:nvCxnSpPr>
        <p:spPr>
          <a:xfrm>
            <a:off x="4969413" y="4495116"/>
            <a:ext cx="0" cy="219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4203403" y="550657"/>
            <a:ext cx="3658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# 0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4203403" y="1058972"/>
            <a:ext cx="3642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# 1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203403" y="1577214"/>
            <a:ext cx="3642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# 2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203403" y="2075088"/>
            <a:ext cx="3642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# 3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203403" y="2602701"/>
            <a:ext cx="3642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# 4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203403" y="3111016"/>
            <a:ext cx="3642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# 5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203403" y="3629258"/>
            <a:ext cx="3642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# 6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4203403" y="4127132"/>
            <a:ext cx="3642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# 7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4203403" y="4657527"/>
            <a:ext cx="3642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# 8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cxnSp>
        <p:nvCxnSpPr>
          <p:cNvPr id="37" name="直接箭头连接符 36"/>
          <p:cNvCxnSpPr/>
          <p:nvPr/>
        </p:nvCxnSpPr>
        <p:spPr>
          <a:xfrm rot="16200000">
            <a:off x="5623025" y="4682421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>
            <a:off x="5803025" y="4714336"/>
            <a:ext cx="947224" cy="29131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ELAN-SPP</a:t>
            </a:r>
          </a:p>
          <a:p>
            <a:pPr algn="ctr"/>
            <a:r>
              <a:rPr lang="en-US" altLang="zh-CN" sz="900" dirty="0" smtClean="0"/>
              <a:t>512,256, 1</a:t>
            </a:r>
            <a:endParaRPr lang="zh-CN" altLang="en-US" sz="900" dirty="0"/>
          </a:p>
        </p:txBody>
      </p:sp>
      <p:cxnSp>
        <p:nvCxnSpPr>
          <p:cNvPr id="42" name="直接箭头连接符 41"/>
          <p:cNvCxnSpPr/>
          <p:nvPr/>
        </p:nvCxnSpPr>
        <p:spPr>
          <a:xfrm rot="16200000">
            <a:off x="5631575" y="3658916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/>
        </p:nvCxnSpPr>
        <p:spPr>
          <a:xfrm flipV="1">
            <a:off x="6276637" y="4501855"/>
            <a:ext cx="0" cy="219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矩形 43"/>
          <p:cNvSpPr/>
          <p:nvPr/>
        </p:nvSpPr>
        <p:spPr>
          <a:xfrm>
            <a:off x="5803025" y="4203315"/>
            <a:ext cx="947224" cy="29131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Up sample</a:t>
            </a:r>
            <a:endParaRPr lang="zh-CN" altLang="en-US" sz="900" dirty="0"/>
          </a:p>
        </p:txBody>
      </p:sp>
      <p:sp>
        <p:nvSpPr>
          <p:cNvPr id="45" name="矩形 44"/>
          <p:cNvSpPr/>
          <p:nvPr/>
        </p:nvSpPr>
        <p:spPr>
          <a:xfrm>
            <a:off x="5803025" y="3693257"/>
            <a:ext cx="947224" cy="29131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err="1"/>
              <a:t>Concat</a:t>
            </a:r>
            <a:endParaRPr lang="zh-CN" altLang="en-US" sz="900" dirty="0"/>
          </a:p>
        </p:txBody>
      </p:sp>
      <p:cxnSp>
        <p:nvCxnSpPr>
          <p:cNvPr id="46" name="直接箭头连接符 45"/>
          <p:cNvCxnSpPr/>
          <p:nvPr/>
        </p:nvCxnSpPr>
        <p:spPr>
          <a:xfrm flipV="1">
            <a:off x="6276637" y="3984576"/>
            <a:ext cx="0" cy="219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5442129" y="3247670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# 12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5447373" y="3629258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# 11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5447373" y="4127132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# 10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5447373" y="4657527"/>
            <a:ext cx="3658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# 9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5803025" y="3293406"/>
            <a:ext cx="947224" cy="29131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ELAN</a:t>
            </a:r>
          </a:p>
          <a:p>
            <a:pPr algn="ctr"/>
            <a:r>
              <a:rPr lang="en-US" altLang="zh-CN" sz="900" dirty="0" smtClean="0"/>
              <a:t>512,512,256,1</a:t>
            </a:r>
            <a:endParaRPr lang="zh-CN" altLang="en-US" sz="900" dirty="0"/>
          </a:p>
        </p:txBody>
      </p:sp>
      <p:cxnSp>
        <p:nvCxnSpPr>
          <p:cNvPr id="52" name="直接箭头连接符 51"/>
          <p:cNvCxnSpPr/>
          <p:nvPr/>
        </p:nvCxnSpPr>
        <p:spPr>
          <a:xfrm flipV="1">
            <a:off x="6276637" y="3595956"/>
            <a:ext cx="0" cy="973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/>
          <p:nvPr/>
        </p:nvCxnSpPr>
        <p:spPr>
          <a:xfrm flipV="1">
            <a:off x="6276637" y="3196958"/>
            <a:ext cx="0" cy="91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矩形 53"/>
          <p:cNvSpPr/>
          <p:nvPr/>
        </p:nvSpPr>
        <p:spPr>
          <a:xfrm>
            <a:off x="5803025" y="3019952"/>
            <a:ext cx="947224" cy="16978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Up sample</a:t>
            </a:r>
            <a:endParaRPr lang="zh-CN" altLang="en-US" sz="900" dirty="0"/>
          </a:p>
        </p:txBody>
      </p:sp>
      <p:sp>
        <p:nvSpPr>
          <p:cNvPr id="55" name="矩形 54"/>
          <p:cNvSpPr/>
          <p:nvPr/>
        </p:nvSpPr>
        <p:spPr>
          <a:xfrm>
            <a:off x="5803025" y="2672177"/>
            <a:ext cx="947224" cy="2527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err="1"/>
              <a:t>Concat</a:t>
            </a:r>
            <a:endParaRPr lang="zh-CN" altLang="en-US" sz="900" dirty="0"/>
          </a:p>
        </p:txBody>
      </p:sp>
      <p:cxnSp>
        <p:nvCxnSpPr>
          <p:cNvPr id="56" name="直接箭头连接符 55"/>
          <p:cNvCxnSpPr/>
          <p:nvPr/>
        </p:nvCxnSpPr>
        <p:spPr>
          <a:xfrm flipV="1">
            <a:off x="6276637" y="2924938"/>
            <a:ext cx="0" cy="91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文本框 59"/>
          <p:cNvSpPr txBox="1"/>
          <p:nvPr/>
        </p:nvSpPr>
        <p:spPr>
          <a:xfrm>
            <a:off x="5447373" y="2969875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# 13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5442129" y="2612808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# 14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cxnSp>
        <p:nvCxnSpPr>
          <p:cNvPr id="62" name="直接箭头连接符 61"/>
          <p:cNvCxnSpPr/>
          <p:nvPr/>
        </p:nvCxnSpPr>
        <p:spPr>
          <a:xfrm rot="16200000">
            <a:off x="5631575" y="2640813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矩形 62"/>
          <p:cNvSpPr/>
          <p:nvPr/>
        </p:nvSpPr>
        <p:spPr>
          <a:xfrm>
            <a:off x="7143175" y="2181471"/>
            <a:ext cx="947224" cy="29131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ELAN</a:t>
            </a:r>
          </a:p>
          <a:p>
            <a:pPr algn="ctr"/>
            <a:r>
              <a:rPr lang="en-US" altLang="zh-CN" sz="900" dirty="0" smtClean="0"/>
              <a:t>256,256,128,1</a:t>
            </a:r>
            <a:endParaRPr lang="zh-CN" altLang="en-US" sz="900" dirty="0"/>
          </a:p>
        </p:txBody>
      </p:sp>
      <p:sp>
        <p:nvSpPr>
          <p:cNvPr id="67" name="矩形 66"/>
          <p:cNvSpPr/>
          <p:nvPr/>
        </p:nvSpPr>
        <p:spPr>
          <a:xfrm>
            <a:off x="7143175" y="2784079"/>
            <a:ext cx="947224" cy="29131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CBS</a:t>
            </a:r>
          </a:p>
          <a:p>
            <a:pPr algn="ctr"/>
            <a:r>
              <a:rPr lang="en-US" altLang="zh-CN" sz="900" dirty="0" smtClean="0"/>
              <a:t>256,3,2</a:t>
            </a:r>
            <a:endParaRPr lang="zh-CN" altLang="en-US" sz="900" dirty="0"/>
          </a:p>
        </p:txBody>
      </p:sp>
      <p:sp>
        <p:nvSpPr>
          <p:cNvPr id="68" name="文本框 67"/>
          <p:cNvSpPr txBox="1"/>
          <p:nvPr/>
        </p:nvSpPr>
        <p:spPr>
          <a:xfrm>
            <a:off x="6786561" y="2112252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# 15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7120782" y="3299152"/>
            <a:ext cx="947224" cy="30168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err="1"/>
              <a:t>Concat</a:t>
            </a:r>
            <a:endParaRPr lang="zh-CN" altLang="en-US" sz="900" dirty="0"/>
          </a:p>
        </p:txBody>
      </p:sp>
      <p:cxnSp>
        <p:nvCxnSpPr>
          <p:cNvPr id="70" name="直接箭头连接符 69"/>
          <p:cNvCxnSpPr/>
          <p:nvPr/>
        </p:nvCxnSpPr>
        <p:spPr>
          <a:xfrm rot="16200000">
            <a:off x="6930249" y="3274054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文本框 70"/>
          <p:cNvSpPr txBox="1"/>
          <p:nvPr/>
        </p:nvSpPr>
        <p:spPr>
          <a:xfrm>
            <a:off x="6750249" y="3221009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# 17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cxnSp>
        <p:nvCxnSpPr>
          <p:cNvPr id="72" name="直接箭头连接符 71"/>
          <p:cNvCxnSpPr>
            <a:endCxn id="69" idx="0"/>
          </p:cNvCxnSpPr>
          <p:nvPr/>
        </p:nvCxnSpPr>
        <p:spPr>
          <a:xfrm>
            <a:off x="7594394" y="3092985"/>
            <a:ext cx="0" cy="2061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矩形 75"/>
          <p:cNvSpPr/>
          <p:nvPr/>
        </p:nvSpPr>
        <p:spPr>
          <a:xfrm>
            <a:off x="7120782" y="4714335"/>
            <a:ext cx="947224" cy="29131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err="1"/>
              <a:t>Concat</a:t>
            </a:r>
            <a:endParaRPr lang="zh-CN" altLang="en-US" sz="900" dirty="0"/>
          </a:p>
        </p:txBody>
      </p:sp>
      <p:sp>
        <p:nvSpPr>
          <p:cNvPr id="78" name="矩形 77"/>
          <p:cNvSpPr/>
          <p:nvPr/>
        </p:nvSpPr>
        <p:spPr>
          <a:xfrm>
            <a:off x="7120782" y="3807945"/>
            <a:ext cx="947224" cy="29131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ELAN</a:t>
            </a:r>
          </a:p>
          <a:p>
            <a:pPr algn="ctr"/>
            <a:r>
              <a:rPr lang="en-US" altLang="zh-CN" sz="900" dirty="0" smtClean="0"/>
              <a:t>512,512,256,1</a:t>
            </a:r>
            <a:endParaRPr lang="zh-CN" altLang="en-US" sz="900" dirty="0"/>
          </a:p>
        </p:txBody>
      </p:sp>
      <p:sp>
        <p:nvSpPr>
          <p:cNvPr id="79" name="矩形 78"/>
          <p:cNvSpPr/>
          <p:nvPr/>
        </p:nvSpPr>
        <p:spPr>
          <a:xfrm>
            <a:off x="7120782" y="4268126"/>
            <a:ext cx="947224" cy="29131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CBS</a:t>
            </a:r>
          </a:p>
          <a:p>
            <a:pPr algn="ctr"/>
            <a:r>
              <a:rPr lang="en-US" altLang="zh-CN" sz="900" dirty="0" smtClean="0"/>
              <a:t>512,3,2</a:t>
            </a:r>
            <a:endParaRPr lang="zh-CN" altLang="en-US" sz="900" dirty="0"/>
          </a:p>
        </p:txBody>
      </p:sp>
      <p:cxnSp>
        <p:nvCxnSpPr>
          <p:cNvPr id="80" name="直接箭头连接符 79"/>
          <p:cNvCxnSpPr/>
          <p:nvPr/>
        </p:nvCxnSpPr>
        <p:spPr>
          <a:xfrm rot="16200000">
            <a:off x="6940782" y="4679994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文本框 80"/>
          <p:cNvSpPr txBox="1"/>
          <p:nvPr/>
        </p:nvSpPr>
        <p:spPr>
          <a:xfrm>
            <a:off x="6767624" y="4648815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# 20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cxnSp>
        <p:nvCxnSpPr>
          <p:cNvPr id="82" name="直接箭头连接符 81"/>
          <p:cNvCxnSpPr>
            <a:stCxn id="69" idx="2"/>
            <a:endCxn id="78" idx="0"/>
          </p:cNvCxnSpPr>
          <p:nvPr/>
        </p:nvCxnSpPr>
        <p:spPr>
          <a:xfrm>
            <a:off x="7594394" y="3600834"/>
            <a:ext cx="0" cy="2071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直接箭头连接符 84"/>
          <p:cNvCxnSpPr>
            <a:endCxn id="79" idx="0"/>
          </p:cNvCxnSpPr>
          <p:nvPr/>
        </p:nvCxnSpPr>
        <p:spPr>
          <a:xfrm>
            <a:off x="7594394" y="4099759"/>
            <a:ext cx="0" cy="1683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直接箭头连接符 86"/>
          <p:cNvCxnSpPr>
            <a:endCxn id="76" idx="0"/>
          </p:cNvCxnSpPr>
          <p:nvPr/>
        </p:nvCxnSpPr>
        <p:spPr>
          <a:xfrm>
            <a:off x="7594394" y="4566813"/>
            <a:ext cx="0" cy="1475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文本框 88"/>
          <p:cNvSpPr txBox="1"/>
          <p:nvPr/>
        </p:nvSpPr>
        <p:spPr>
          <a:xfrm>
            <a:off x="6772594" y="4233084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# </a:t>
            </a:r>
            <a:r>
              <a:rPr lang="en-US" altLang="zh-CN" sz="1000" b="1" dirty="0">
                <a:solidFill>
                  <a:srgbClr val="7030A0"/>
                </a:solidFill>
              </a:rPr>
              <a:t>1</a:t>
            </a:r>
            <a:r>
              <a:rPr lang="en-US" altLang="zh-CN" sz="1000" b="1" dirty="0" smtClean="0">
                <a:solidFill>
                  <a:srgbClr val="7030A0"/>
                </a:solidFill>
              </a:rPr>
              <a:t>9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6772594" y="3747775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# 18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cxnSp>
        <p:nvCxnSpPr>
          <p:cNvPr id="96" name="肘形连接符 95"/>
          <p:cNvCxnSpPr>
            <a:stCxn id="55" idx="0"/>
            <a:endCxn id="63" idx="1"/>
          </p:cNvCxnSpPr>
          <p:nvPr/>
        </p:nvCxnSpPr>
        <p:spPr>
          <a:xfrm rot="5400000" flipH="1" flipV="1">
            <a:off x="6537383" y="2066385"/>
            <a:ext cx="345046" cy="86653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直接箭头连接符 98"/>
          <p:cNvCxnSpPr>
            <a:endCxn id="67" idx="0"/>
          </p:cNvCxnSpPr>
          <p:nvPr/>
        </p:nvCxnSpPr>
        <p:spPr>
          <a:xfrm>
            <a:off x="7594394" y="2484487"/>
            <a:ext cx="0" cy="2995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文本框 100"/>
          <p:cNvSpPr txBox="1"/>
          <p:nvPr/>
        </p:nvSpPr>
        <p:spPr>
          <a:xfrm>
            <a:off x="6786561" y="2725521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# 16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cxnSp>
        <p:nvCxnSpPr>
          <p:cNvPr id="102" name="直接箭头连接符 101"/>
          <p:cNvCxnSpPr/>
          <p:nvPr/>
        </p:nvCxnSpPr>
        <p:spPr>
          <a:xfrm rot="16200000">
            <a:off x="8241166" y="5139733"/>
            <a:ext cx="0" cy="36000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3" name="矩形 102"/>
          <p:cNvSpPr/>
          <p:nvPr/>
        </p:nvSpPr>
        <p:spPr>
          <a:xfrm>
            <a:off x="7120783" y="5160544"/>
            <a:ext cx="947224" cy="29131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ELAN</a:t>
            </a:r>
          </a:p>
          <a:p>
            <a:pPr algn="ctr"/>
            <a:r>
              <a:rPr lang="en-US" altLang="zh-CN" sz="900" dirty="0" smtClean="0"/>
              <a:t>512,512,256,1</a:t>
            </a:r>
            <a:endParaRPr lang="zh-CN" altLang="en-US" sz="900" dirty="0"/>
          </a:p>
        </p:txBody>
      </p:sp>
      <p:sp>
        <p:nvSpPr>
          <p:cNvPr id="104" name="文本框 103"/>
          <p:cNvSpPr txBox="1"/>
          <p:nvPr/>
        </p:nvSpPr>
        <p:spPr>
          <a:xfrm>
            <a:off x="6767624" y="5099608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# 21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cxnSp>
        <p:nvCxnSpPr>
          <p:cNvPr id="112" name="直接箭头连接符 111"/>
          <p:cNvCxnSpPr/>
          <p:nvPr/>
        </p:nvCxnSpPr>
        <p:spPr>
          <a:xfrm>
            <a:off x="7585552" y="5005654"/>
            <a:ext cx="0" cy="1475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直接箭头连接符 112"/>
          <p:cNvCxnSpPr/>
          <p:nvPr/>
        </p:nvCxnSpPr>
        <p:spPr>
          <a:xfrm rot="16200000">
            <a:off x="8248006" y="3783469"/>
            <a:ext cx="0" cy="36000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4" name="直接箭头连接符 113"/>
          <p:cNvCxnSpPr/>
          <p:nvPr/>
        </p:nvCxnSpPr>
        <p:spPr>
          <a:xfrm rot="16200000">
            <a:off x="8270399" y="2141309"/>
            <a:ext cx="0" cy="36000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8" name="矩形 197"/>
          <p:cNvSpPr/>
          <p:nvPr/>
        </p:nvSpPr>
        <p:spPr>
          <a:xfrm>
            <a:off x="8486711" y="2122528"/>
            <a:ext cx="402727" cy="3805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15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99" name="矩形 198"/>
          <p:cNvSpPr/>
          <p:nvPr/>
        </p:nvSpPr>
        <p:spPr>
          <a:xfrm>
            <a:off x="8486710" y="3755558"/>
            <a:ext cx="402727" cy="3805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18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00" name="矩形 199"/>
          <p:cNvSpPr/>
          <p:nvPr/>
        </p:nvSpPr>
        <p:spPr>
          <a:xfrm>
            <a:off x="8486709" y="5124475"/>
            <a:ext cx="402727" cy="3805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21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40" name="矩形 139"/>
          <p:cNvSpPr/>
          <p:nvPr/>
        </p:nvSpPr>
        <p:spPr>
          <a:xfrm>
            <a:off x="4253452" y="426203"/>
            <a:ext cx="1231425" cy="4826579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142" name="文本框 141"/>
          <p:cNvSpPr txBox="1"/>
          <p:nvPr/>
        </p:nvSpPr>
        <p:spPr>
          <a:xfrm>
            <a:off x="5470327" y="694098"/>
            <a:ext cx="1152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</a:rPr>
              <a:t>Backbone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4" name="矩形 143"/>
          <p:cNvSpPr/>
          <p:nvPr/>
        </p:nvSpPr>
        <p:spPr>
          <a:xfrm>
            <a:off x="5524325" y="2075087"/>
            <a:ext cx="2681579" cy="3477327"/>
          </a:xfrm>
          <a:prstGeom prst="rect">
            <a:avLst/>
          </a:prstGeom>
          <a:noFill/>
          <a:ln w="1905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147" name="文本框 146"/>
          <p:cNvSpPr txBox="1"/>
          <p:nvPr/>
        </p:nvSpPr>
        <p:spPr>
          <a:xfrm>
            <a:off x="7634253" y="5545716"/>
            <a:ext cx="712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00B050"/>
                </a:solidFill>
              </a:rPr>
              <a:t>Head</a:t>
            </a:r>
            <a:endParaRPr lang="zh-CN" alt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7542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582081" y="840438"/>
            <a:ext cx="947224" cy="29131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CBS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3398396" y="374496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Input, shape=[B,C,H,W]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3582081" y="1381229"/>
            <a:ext cx="947224" cy="29131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Chunk(2, 1)</a:t>
            </a:r>
            <a:endParaRPr lang="zh-CN" altLang="en-US" sz="900" dirty="0"/>
          </a:p>
        </p:txBody>
      </p:sp>
      <p:cxnSp>
        <p:nvCxnSpPr>
          <p:cNvPr id="3" name="直接箭头连接符 2"/>
          <p:cNvCxnSpPr>
            <a:stCxn id="8" idx="2"/>
            <a:endCxn id="55" idx="0"/>
          </p:cNvCxnSpPr>
          <p:nvPr/>
        </p:nvCxnSpPr>
        <p:spPr>
          <a:xfrm>
            <a:off x="4055693" y="1131757"/>
            <a:ext cx="0" cy="249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3816229" y="0"/>
            <a:ext cx="557140" cy="406219"/>
            <a:chOff x="2764669" y="532455"/>
            <a:chExt cx="557140" cy="406219"/>
          </a:xfrm>
        </p:grpSpPr>
        <p:sp>
          <p:nvSpPr>
            <p:cNvPr id="86" name="矩形 85"/>
            <p:cNvSpPr/>
            <p:nvPr/>
          </p:nvSpPr>
          <p:spPr>
            <a:xfrm>
              <a:off x="2919082" y="532455"/>
              <a:ext cx="402727" cy="2558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84" name="矩形 83"/>
            <p:cNvSpPr/>
            <p:nvPr/>
          </p:nvSpPr>
          <p:spPr>
            <a:xfrm>
              <a:off x="2869033" y="583605"/>
              <a:ext cx="402727" cy="2558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83" name="矩形 82"/>
            <p:cNvSpPr/>
            <p:nvPr/>
          </p:nvSpPr>
          <p:spPr>
            <a:xfrm>
              <a:off x="2814718" y="628582"/>
              <a:ext cx="402727" cy="2558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98" name="矩形 197"/>
            <p:cNvSpPr/>
            <p:nvPr/>
          </p:nvSpPr>
          <p:spPr>
            <a:xfrm>
              <a:off x="2764669" y="682854"/>
              <a:ext cx="402727" cy="2558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88" name="直接箭头连接符 87"/>
          <p:cNvCxnSpPr/>
          <p:nvPr/>
        </p:nvCxnSpPr>
        <p:spPr>
          <a:xfrm>
            <a:off x="4055693" y="590966"/>
            <a:ext cx="0" cy="249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>
          <a:xfrm>
            <a:off x="3223439" y="1964675"/>
            <a:ext cx="452776" cy="310092"/>
            <a:chOff x="2055044" y="2330352"/>
            <a:chExt cx="452776" cy="310092"/>
          </a:xfrm>
        </p:grpSpPr>
        <p:sp>
          <p:nvSpPr>
            <p:cNvPr id="94" name="矩形 93"/>
            <p:cNvSpPr/>
            <p:nvPr/>
          </p:nvSpPr>
          <p:spPr>
            <a:xfrm>
              <a:off x="2105093" y="2330352"/>
              <a:ext cx="402727" cy="2558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95" name="矩形 94"/>
            <p:cNvSpPr/>
            <p:nvPr/>
          </p:nvSpPr>
          <p:spPr>
            <a:xfrm>
              <a:off x="2055044" y="2384624"/>
              <a:ext cx="402727" cy="2558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4454872" y="1964675"/>
            <a:ext cx="452776" cy="310092"/>
            <a:chOff x="2055044" y="2330352"/>
            <a:chExt cx="452776" cy="310092"/>
          </a:xfrm>
        </p:grpSpPr>
        <p:sp>
          <p:nvSpPr>
            <p:cNvPr id="98" name="矩形 97"/>
            <p:cNvSpPr/>
            <p:nvPr/>
          </p:nvSpPr>
          <p:spPr>
            <a:xfrm>
              <a:off x="2105093" y="2330352"/>
              <a:ext cx="402727" cy="2558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00" name="矩形 99"/>
            <p:cNvSpPr/>
            <p:nvPr/>
          </p:nvSpPr>
          <p:spPr>
            <a:xfrm>
              <a:off x="2055044" y="2384624"/>
              <a:ext cx="402727" cy="2558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05" name="直接箭头连接符 104"/>
          <p:cNvCxnSpPr/>
          <p:nvPr/>
        </p:nvCxnSpPr>
        <p:spPr>
          <a:xfrm>
            <a:off x="3582081" y="1674947"/>
            <a:ext cx="0" cy="249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直接箭头连接符 105"/>
          <p:cNvCxnSpPr/>
          <p:nvPr/>
        </p:nvCxnSpPr>
        <p:spPr>
          <a:xfrm>
            <a:off x="4529305" y="1674947"/>
            <a:ext cx="0" cy="249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1" name="组合 10"/>
          <p:cNvGrpSpPr/>
          <p:nvPr/>
        </p:nvGrpSpPr>
        <p:grpSpPr>
          <a:xfrm>
            <a:off x="4794892" y="2503603"/>
            <a:ext cx="947224" cy="822729"/>
            <a:chOff x="2829958" y="2792683"/>
            <a:chExt cx="947224" cy="822729"/>
          </a:xfrm>
        </p:grpSpPr>
        <p:sp>
          <p:nvSpPr>
            <p:cNvPr id="10" name="矩形 9"/>
            <p:cNvSpPr/>
            <p:nvPr/>
          </p:nvSpPr>
          <p:spPr>
            <a:xfrm>
              <a:off x="2829958" y="2792683"/>
              <a:ext cx="947224" cy="291319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00" dirty="0" err="1" smtClean="0"/>
                <a:t>RepNCSP</a:t>
              </a:r>
              <a:endParaRPr lang="zh-CN" altLang="en-US" sz="900" dirty="0"/>
            </a:p>
          </p:txBody>
        </p:sp>
        <p:sp>
          <p:nvSpPr>
            <p:cNvPr id="107" name="矩形 106"/>
            <p:cNvSpPr/>
            <p:nvPr/>
          </p:nvSpPr>
          <p:spPr>
            <a:xfrm>
              <a:off x="2829958" y="3324093"/>
              <a:ext cx="947224" cy="291319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00" dirty="0" smtClean="0"/>
                <a:t>CBS</a:t>
              </a:r>
            </a:p>
          </p:txBody>
        </p:sp>
        <p:cxnSp>
          <p:nvCxnSpPr>
            <p:cNvPr id="7" name="直接箭头连接符 6"/>
            <p:cNvCxnSpPr>
              <a:stCxn id="10" idx="2"/>
              <a:endCxn id="107" idx="0"/>
            </p:cNvCxnSpPr>
            <p:nvPr/>
          </p:nvCxnSpPr>
          <p:spPr>
            <a:xfrm>
              <a:off x="3303570" y="3084002"/>
              <a:ext cx="0" cy="24009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9" name="组合 108"/>
          <p:cNvGrpSpPr/>
          <p:nvPr/>
        </p:nvGrpSpPr>
        <p:grpSpPr>
          <a:xfrm>
            <a:off x="5614776" y="4120785"/>
            <a:ext cx="947224" cy="822729"/>
            <a:chOff x="2829958" y="2792683"/>
            <a:chExt cx="947224" cy="822729"/>
          </a:xfrm>
        </p:grpSpPr>
        <p:sp>
          <p:nvSpPr>
            <p:cNvPr id="110" name="矩形 109"/>
            <p:cNvSpPr/>
            <p:nvPr/>
          </p:nvSpPr>
          <p:spPr>
            <a:xfrm>
              <a:off x="2829958" y="2792683"/>
              <a:ext cx="947224" cy="291319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00" dirty="0" err="1" smtClean="0"/>
                <a:t>RepNCSP</a:t>
              </a:r>
              <a:endParaRPr lang="zh-CN" altLang="en-US" sz="900" dirty="0"/>
            </a:p>
          </p:txBody>
        </p:sp>
        <p:sp>
          <p:nvSpPr>
            <p:cNvPr id="111" name="矩形 110"/>
            <p:cNvSpPr/>
            <p:nvPr/>
          </p:nvSpPr>
          <p:spPr>
            <a:xfrm>
              <a:off x="2829958" y="3324093"/>
              <a:ext cx="947224" cy="291319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00" dirty="0" smtClean="0"/>
                <a:t>CBS</a:t>
              </a:r>
            </a:p>
          </p:txBody>
        </p:sp>
        <p:cxnSp>
          <p:nvCxnSpPr>
            <p:cNvPr id="115" name="直接箭头连接符 114"/>
            <p:cNvCxnSpPr>
              <a:stCxn id="110" idx="2"/>
              <a:endCxn id="111" idx="0"/>
            </p:cNvCxnSpPr>
            <p:nvPr/>
          </p:nvCxnSpPr>
          <p:spPr>
            <a:xfrm>
              <a:off x="3303570" y="3084002"/>
              <a:ext cx="0" cy="24009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6" name="矩形 115"/>
          <p:cNvSpPr/>
          <p:nvPr/>
        </p:nvSpPr>
        <p:spPr>
          <a:xfrm>
            <a:off x="2856110" y="5832186"/>
            <a:ext cx="3665175" cy="29131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err="1" smtClean="0"/>
              <a:t>Concat</a:t>
            </a:r>
            <a:r>
              <a:rPr lang="en-US" altLang="zh-CN" sz="900" dirty="0"/>
              <a:t> </a:t>
            </a:r>
            <a:r>
              <a:rPr lang="en-US" altLang="zh-CN" sz="900" dirty="0" smtClean="0"/>
              <a:t>(dim=1)</a:t>
            </a:r>
            <a:endParaRPr lang="zh-CN" altLang="en-US" sz="900" dirty="0"/>
          </a:p>
        </p:txBody>
      </p:sp>
      <p:cxnSp>
        <p:nvCxnSpPr>
          <p:cNvPr id="57" name="肘形连接符 56"/>
          <p:cNvCxnSpPr/>
          <p:nvPr/>
        </p:nvCxnSpPr>
        <p:spPr>
          <a:xfrm rot="5400000">
            <a:off x="2630232" y="3920210"/>
            <a:ext cx="3554976" cy="26408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肘形连接符 64"/>
          <p:cNvCxnSpPr>
            <a:stCxn id="100" idx="2"/>
            <a:endCxn id="10" idx="0"/>
          </p:cNvCxnSpPr>
          <p:nvPr/>
        </p:nvCxnSpPr>
        <p:spPr>
          <a:xfrm rot="16200000" flipH="1">
            <a:off x="4847952" y="2083051"/>
            <a:ext cx="228836" cy="61226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肘形连接符 73"/>
          <p:cNvCxnSpPr>
            <a:stCxn id="95" idx="2"/>
          </p:cNvCxnSpPr>
          <p:nvPr/>
        </p:nvCxnSpPr>
        <p:spPr>
          <a:xfrm rot="16200000" flipH="1">
            <a:off x="1964299" y="3735271"/>
            <a:ext cx="3554977" cy="63396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24" name="组合 123"/>
          <p:cNvGrpSpPr/>
          <p:nvPr/>
        </p:nvGrpSpPr>
        <p:grpSpPr>
          <a:xfrm>
            <a:off x="5042116" y="3600337"/>
            <a:ext cx="452776" cy="310092"/>
            <a:chOff x="2055044" y="2330352"/>
            <a:chExt cx="452776" cy="310092"/>
          </a:xfrm>
        </p:grpSpPr>
        <p:sp>
          <p:nvSpPr>
            <p:cNvPr id="125" name="矩形 124"/>
            <p:cNvSpPr/>
            <p:nvPr/>
          </p:nvSpPr>
          <p:spPr>
            <a:xfrm>
              <a:off x="2105093" y="2330352"/>
              <a:ext cx="402727" cy="2558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26" name="矩形 125"/>
            <p:cNvSpPr/>
            <p:nvPr/>
          </p:nvSpPr>
          <p:spPr>
            <a:xfrm>
              <a:off x="2055044" y="2384624"/>
              <a:ext cx="402727" cy="2558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27" name="直接箭头连接符 126"/>
          <p:cNvCxnSpPr/>
          <p:nvPr/>
        </p:nvCxnSpPr>
        <p:spPr>
          <a:xfrm>
            <a:off x="5253279" y="3331860"/>
            <a:ext cx="0" cy="249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肘形连接符 117"/>
          <p:cNvCxnSpPr>
            <a:stCxn id="126" idx="2"/>
            <a:endCxn id="110" idx="0"/>
          </p:cNvCxnSpPr>
          <p:nvPr/>
        </p:nvCxnSpPr>
        <p:spPr>
          <a:xfrm rot="16200000" flipH="1">
            <a:off x="5560756" y="3593153"/>
            <a:ext cx="210356" cy="84490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肘形连接符 120"/>
          <p:cNvCxnSpPr/>
          <p:nvPr/>
        </p:nvCxnSpPr>
        <p:spPr>
          <a:xfrm rot="5400000">
            <a:off x="3842589" y="4569515"/>
            <a:ext cx="1912683" cy="60777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直接箭头连接符 134"/>
          <p:cNvCxnSpPr/>
          <p:nvPr/>
        </p:nvCxnSpPr>
        <p:spPr>
          <a:xfrm>
            <a:off x="6088388" y="4943514"/>
            <a:ext cx="0" cy="249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36" name="组合 135"/>
          <p:cNvGrpSpPr/>
          <p:nvPr/>
        </p:nvGrpSpPr>
        <p:grpSpPr>
          <a:xfrm>
            <a:off x="5862000" y="5259903"/>
            <a:ext cx="452776" cy="310092"/>
            <a:chOff x="2055044" y="2330352"/>
            <a:chExt cx="452776" cy="310092"/>
          </a:xfrm>
        </p:grpSpPr>
        <p:sp>
          <p:nvSpPr>
            <p:cNvPr id="137" name="矩形 136"/>
            <p:cNvSpPr/>
            <p:nvPr/>
          </p:nvSpPr>
          <p:spPr>
            <a:xfrm>
              <a:off x="2105093" y="2330352"/>
              <a:ext cx="402727" cy="2558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38" name="矩形 137"/>
            <p:cNvSpPr/>
            <p:nvPr/>
          </p:nvSpPr>
          <p:spPr>
            <a:xfrm>
              <a:off x="2055044" y="2384624"/>
              <a:ext cx="402727" cy="2558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46" name="肘形连接符 145"/>
          <p:cNvCxnSpPr>
            <a:stCxn id="138" idx="2"/>
            <a:endCxn id="116" idx="0"/>
          </p:cNvCxnSpPr>
          <p:nvPr/>
        </p:nvCxnSpPr>
        <p:spPr>
          <a:xfrm rot="5400000">
            <a:off x="5244936" y="5013757"/>
            <a:ext cx="262191" cy="137466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0" name="矩形 169"/>
          <p:cNvSpPr/>
          <p:nvPr/>
        </p:nvSpPr>
        <p:spPr>
          <a:xfrm>
            <a:off x="3438255" y="746626"/>
            <a:ext cx="1250443" cy="476308"/>
          </a:xfrm>
          <a:prstGeom prst="rect">
            <a:avLst/>
          </a:prstGeom>
          <a:noFill/>
          <a:ln w="1905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171" name="文本框 170"/>
          <p:cNvSpPr txBox="1"/>
          <p:nvPr/>
        </p:nvSpPr>
        <p:spPr>
          <a:xfrm>
            <a:off x="4688697" y="923364"/>
            <a:ext cx="590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00B050"/>
                </a:solidFill>
              </a:rPr>
              <a:t>CV1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172" name="矩形 171"/>
          <p:cNvSpPr/>
          <p:nvPr/>
        </p:nvSpPr>
        <p:spPr>
          <a:xfrm>
            <a:off x="4706284" y="2323865"/>
            <a:ext cx="1205765" cy="1120387"/>
          </a:xfrm>
          <a:prstGeom prst="rect">
            <a:avLst/>
          </a:prstGeom>
          <a:noFill/>
          <a:ln w="1905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173" name="文本框 172"/>
          <p:cNvSpPr txBox="1"/>
          <p:nvPr/>
        </p:nvSpPr>
        <p:spPr>
          <a:xfrm>
            <a:off x="5972458" y="3141666"/>
            <a:ext cx="590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00B050"/>
                </a:solidFill>
              </a:rPr>
              <a:t>CV2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174" name="矩形 173"/>
          <p:cNvSpPr/>
          <p:nvPr/>
        </p:nvSpPr>
        <p:spPr>
          <a:xfrm>
            <a:off x="5461853" y="3971955"/>
            <a:ext cx="1205765" cy="1120387"/>
          </a:xfrm>
          <a:prstGeom prst="rect">
            <a:avLst/>
          </a:prstGeom>
          <a:noFill/>
          <a:ln w="1905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175" name="文本框 174"/>
          <p:cNvSpPr txBox="1"/>
          <p:nvPr/>
        </p:nvSpPr>
        <p:spPr>
          <a:xfrm>
            <a:off x="6703927" y="4758848"/>
            <a:ext cx="590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00B050"/>
                </a:solidFill>
              </a:rPr>
              <a:t>CV3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176" name="矩形 175"/>
          <p:cNvSpPr/>
          <p:nvPr/>
        </p:nvSpPr>
        <p:spPr>
          <a:xfrm>
            <a:off x="4215085" y="6423926"/>
            <a:ext cx="947224" cy="29131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CBS</a:t>
            </a:r>
          </a:p>
        </p:txBody>
      </p:sp>
      <p:cxnSp>
        <p:nvCxnSpPr>
          <p:cNvPr id="177" name="直接箭头连接符 176"/>
          <p:cNvCxnSpPr>
            <a:stCxn id="116" idx="2"/>
            <a:endCxn id="176" idx="0"/>
          </p:cNvCxnSpPr>
          <p:nvPr/>
        </p:nvCxnSpPr>
        <p:spPr>
          <a:xfrm flipH="1">
            <a:off x="4688697" y="6123505"/>
            <a:ext cx="1" cy="3004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3" name="矩形 182"/>
          <p:cNvSpPr/>
          <p:nvPr/>
        </p:nvSpPr>
        <p:spPr>
          <a:xfrm>
            <a:off x="4063476" y="6307488"/>
            <a:ext cx="1250443" cy="476308"/>
          </a:xfrm>
          <a:prstGeom prst="rect">
            <a:avLst/>
          </a:prstGeom>
          <a:noFill/>
          <a:ln w="1905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184" name="文本框 183"/>
          <p:cNvSpPr txBox="1"/>
          <p:nvPr/>
        </p:nvSpPr>
        <p:spPr>
          <a:xfrm>
            <a:off x="5268504" y="6478575"/>
            <a:ext cx="590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00B050"/>
                </a:solidFill>
              </a:rPr>
              <a:t>CV4</a:t>
            </a:r>
            <a:endParaRPr lang="zh-CN" altLang="en-US" dirty="0">
              <a:solidFill>
                <a:srgbClr val="00B050"/>
              </a:solidFill>
            </a:endParaRPr>
          </a:p>
        </p:txBody>
      </p:sp>
      <p:cxnSp>
        <p:nvCxnSpPr>
          <p:cNvPr id="185" name="直接箭头连接符 184"/>
          <p:cNvCxnSpPr/>
          <p:nvPr/>
        </p:nvCxnSpPr>
        <p:spPr>
          <a:xfrm flipH="1">
            <a:off x="4680100" y="6713138"/>
            <a:ext cx="1" cy="3004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6" name="文本框 185"/>
          <p:cNvSpPr txBox="1"/>
          <p:nvPr/>
        </p:nvSpPr>
        <p:spPr>
          <a:xfrm>
            <a:off x="8958561" y="1423109"/>
            <a:ext cx="2374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RepNCSPELAN4 Block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8606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/>
          <p:cNvSpPr txBox="1"/>
          <p:nvPr/>
        </p:nvSpPr>
        <p:spPr>
          <a:xfrm>
            <a:off x="3398396" y="374496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Input, shape=[B,C,H,W]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816229" y="0"/>
            <a:ext cx="557140" cy="406219"/>
            <a:chOff x="2764669" y="532455"/>
            <a:chExt cx="557140" cy="406219"/>
          </a:xfrm>
        </p:grpSpPr>
        <p:sp>
          <p:nvSpPr>
            <p:cNvPr id="86" name="矩形 85"/>
            <p:cNvSpPr/>
            <p:nvPr/>
          </p:nvSpPr>
          <p:spPr>
            <a:xfrm>
              <a:off x="2919082" y="532455"/>
              <a:ext cx="402727" cy="2558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84" name="矩形 83"/>
            <p:cNvSpPr/>
            <p:nvPr/>
          </p:nvSpPr>
          <p:spPr>
            <a:xfrm>
              <a:off x="2869033" y="583605"/>
              <a:ext cx="402727" cy="2558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83" name="矩形 82"/>
            <p:cNvSpPr/>
            <p:nvPr/>
          </p:nvSpPr>
          <p:spPr>
            <a:xfrm>
              <a:off x="2814718" y="628582"/>
              <a:ext cx="402727" cy="2558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98" name="矩形 197"/>
            <p:cNvSpPr/>
            <p:nvPr/>
          </p:nvSpPr>
          <p:spPr>
            <a:xfrm>
              <a:off x="2764669" y="682854"/>
              <a:ext cx="402727" cy="2558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05" name="直接箭头连接符 104"/>
          <p:cNvCxnSpPr>
            <a:endCxn id="62" idx="0"/>
          </p:cNvCxnSpPr>
          <p:nvPr/>
        </p:nvCxnSpPr>
        <p:spPr>
          <a:xfrm flipH="1">
            <a:off x="3518860" y="616127"/>
            <a:ext cx="451782" cy="3765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直接箭头连接符 105"/>
          <p:cNvCxnSpPr>
            <a:endCxn id="56" idx="0"/>
          </p:cNvCxnSpPr>
          <p:nvPr/>
        </p:nvCxnSpPr>
        <p:spPr>
          <a:xfrm>
            <a:off x="4323320" y="624879"/>
            <a:ext cx="481467" cy="367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1" name="文本框 170"/>
          <p:cNvSpPr txBox="1"/>
          <p:nvPr/>
        </p:nvSpPr>
        <p:spPr>
          <a:xfrm>
            <a:off x="5361921" y="1072200"/>
            <a:ext cx="590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00B050"/>
                </a:solidFill>
              </a:rPr>
              <a:t>CV1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172" name="矩形 171"/>
          <p:cNvSpPr/>
          <p:nvPr/>
        </p:nvSpPr>
        <p:spPr>
          <a:xfrm>
            <a:off x="4201903" y="869005"/>
            <a:ext cx="1205765" cy="497930"/>
          </a:xfrm>
          <a:prstGeom prst="rect">
            <a:avLst/>
          </a:prstGeom>
          <a:noFill/>
          <a:ln w="1905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173" name="文本框 172"/>
          <p:cNvSpPr txBox="1"/>
          <p:nvPr/>
        </p:nvSpPr>
        <p:spPr>
          <a:xfrm>
            <a:off x="2332079" y="1091480"/>
            <a:ext cx="590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00B050"/>
                </a:solidFill>
              </a:rPr>
              <a:t>CV2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175" name="文本框 174"/>
          <p:cNvSpPr txBox="1"/>
          <p:nvPr/>
        </p:nvSpPr>
        <p:spPr>
          <a:xfrm>
            <a:off x="4722203" y="2950679"/>
            <a:ext cx="590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00B050"/>
                </a:solidFill>
              </a:rPr>
              <a:t>CV3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4306055" y="992656"/>
            <a:ext cx="997464" cy="29131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CBS</a:t>
            </a:r>
          </a:p>
        </p:txBody>
      </p:sp>
      <p:sp>
        <p:nvSpPr>
          <p:cNvPr id="61" name="矩形 60"/>
          <p:cNvSpPr/>
          <p:nvPr/>
        </p:nvSpPr>
        <p:spPr>
          <a:xfrm>
            <a:off x="4306054" y="1637650"/>
            <a:ext cx="997465" cy="29131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err="1" smtClean="0"/>
              <a:t>RepNBottleNeck</a:t>
            </a:r>
            <a:endParaRPr lang="en-US" altLang="zh-CN" sz="900" dirty="0" smtClean="0"/>
          </a:p>
        </p:txBody>
      </p:sp>
      <p:sp>
        <p:nvSpPr>
          <p:cNvPr id="62" name="矩形 61"/>
          <p:cNvSpPr/>
          <p:nvPr/>
        </p:nvSpPr>
        <p:spPr>
          <a:xfrm>
            <a:off x="3020128" y="992656"/>
            <a:ext cx="997464" cy="29131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CBS</a:t>
            </a:r>
          </a:p>
        </p:txBody>
      </p:sp>
      <p:sp>
        <p:nvSpPr>
          <p:cNvPr id="63" name="矩形 62"/>
          <p:cNvSpPr/>
          <p:nvPr/>
        </p:nvSpPr>
        <p:spPr>
          <a:xfrm>
            <a:off x="3673272" y="2300908"/>
            <a:ext cx="997465" cy="29131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err="1" smtClean="0"/>
              <a:t>Concat</a:t>
            </a:r>
            <a:r>
              <a:rPr lang="en-US" altLang="zh-CN" sz="900" dirty="0"/>
              <a:t> </a:t>
            </a:r>
            <a:r>
              <a:rPr lang="en-US" altLang="zh-CN" sz="900" dirty="0" smtClean="0"/>
              <a:t>(dim=1)</a:t>
            </a:r>
          </a:p>
        </p:txBody>
      </p:sp>
      <p:cxnSp>
        <p:nvCxnSpPr>
          <p:cNvPr id="15" name="肘形连接符 14"/>
          <p:cNvCxnSpPr>
            <a:stCxn id="62" idx="2"/>
          </p:cNvCxnSpPr>
          <p:nvPr/>
        </p:nvCxnSpPr>
        <p:spPr>
          <a:xfrm rot="16200000" flipH="1">
            <a:off x="3236285" y="1566550"/>
            <a:ext cx="1016932" cy="45178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肘形连接符 16"/>
          <p:cNvCxnSpPr>
            <a:stCxn id="61" idx="2"/>
            <a:endCxn id="63" idx="0"/>
          </p:cNvCxnSpPr>
          <p:nvPr/>
        </p:nvCxnSpPr>
        <p:spPr>
          <a:xfrm rot="5400000">
            <a:off x="4302427" y="1798547"/>
            <a:ext cx="371939" cy="63278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stCxn id="56" idx="2"/>
            <a:endCxn id="61" idx="0"/>
          </p:cNvCxnSpPr>
          <p:nvPr/>
        </p:nvCxnSpPr>
        <p:spPr>
          <a:xfrm>
            <a:off x="4804787" y="1283975"/>
            <a:ext cx="0" cy="353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矩形 71"/>
          <p:cNvSpPr/>
          <p:nvPr/>
        </p:nvSpPr>
        <p:spPr>
          <a:xfrm>
            <a:off x="3672584" y="2862942"/>
            <a:ext cx="997464" cy="29131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CBS</a:t>
            </a:r>
          </a:p>
        </p:txBody>
      </p:sp>
      <p:cxnSp>
        <p:nvCxnSpPr>
          <p:cNvPr id="23" name="直接箭头连接符 22"/>
          <p:cNvCxnSpPr>
            <a:stCxn id="63" idx="2"/>
            <a:endCxn id="72" idx="0"/>
          </p:cNvCxnSpPr>
          <p:nvPr/>
        </p:nvCxnSpPr>
        <p:spPr>
          <a:xfrm flipH="1">
            <a:off x="4171316" y="2592227"/>
            <a:ext cx="689" cy="2707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直接箭头连接符 79"/>
          <p:cNvCxnSpPr/>
          <p:nvPr/>
        </p:nvCxnSpPr>
        <p:spPr>
          <a:xfrm flipH="1">
            <a:off x="3518860" y="3154261"/>
            <a:ext cx="451782" cy="3717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直接箭头连接符 80"/>
          <p:cNvCxnSpPr/>
          <p:nvPr/>
        </p:nvCxnSpPr>
        <p:spPr>
          <a:xfrm>
            <a:off x="4323320" y="3158258"/>
            <a:ext cx="481467" cy="367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" name="矩形 84"/>
          <p:cNvSpPr/>
          <p:nvPr/>
        </p:nvSpPr>
        <p:spPr>
          <a:xfrm>
            <a:off x="4323320" y="3526035"/>
            <a:ext cx="997464" cy="29131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CBS</a:t>
            </a:r>
          </a:p>
        </p:txBody>
      </p:sp>
      <p:sp>
        <p:nvSpPr>
          <p:cNvPr id="87" name="矩形 86"/>
          <p:cNvSpPr/>
          <p:nvPr/>
        </p:nvSpPr>
        <p:spPr>
          <a:xfrm>
            <a:off x="3037393" y="3526035"/>
            <a:ext cx="997464" cy="29131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CBS</a:t>
            </a:r>
          </a:p>
        </p:txBody>
      </p:sp>
      <p:sp>
        <p:nvSpPr>
          <p:cNvPr id="89" name="矩形 88"/>
          <p:cNvSpPr/>
          <p:nvPr/>
        </p:nvSpPr>
        <p:spPr>
          <a:xfrm>
            <a:off x="4323320" y="4168404"/>
            <a:ext cx="997465" cy="29131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err="1" smtClean="0"/>
              <a:t>RepNBottleNeck</a:t>
            </a:r>
            <a:endParaRPr lang="en-US" altLang="zh-CN" sz="900" dirty="0" smtClean="0"/>
          </a:p>
        </p:txBody>
      </p:sp>
      <p:sp>
        <p:nvSpPr>
          <p:cNvPr id="90" name="矩形 89"/>
          <p:cNvSpPr/>
          <p:nvPr/>
        </p:nvSpPr>
        <p:spPr>
          <a:xfrm>
            <a:off x="3672583" y="4816023"/>
            <a:ext cx="997465" cy="29131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err="1" smtClean="0"/>
              <a:t>Concat</a:t>
            </a:r>
            <a:r>
              <a:rPr lang="en-US" altLang="zh-CN" sz="900" dirty="0"/>
              <a:t> </a:t>
            </a:r>
            <a:r>
              <a:rPr lang="en-US" altLang="zh-CN" sz="900" dirty="0" smtClean="0"/>
              <a:t>(dim=1)</a:t>
            </a:r>
          </a:p>
        </p:txBody>
      </p:sp>
      <p:sp>
        <p:nvSpPr>
          <p:cNvPr id="91" name="矩形 90"/>
          <p:cNvSpPr/>
          <p:nvPr/>
        </p:nvSpPr>
        <p:spPr>
          <a:xfrm>
            <a:off x="3672583" y="5375135"/>
            <a:ext cx="997464" cy="29131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CBS</a:t>
            </a:r>
          </a:p>
        </p:txBody>
      </p:sp>
      <p:cxnSp>
        <p:nvCxnSpPr>
          <p:cNvPr id="33" name="肘形连接符 32"/>
          <p:cNvCxnSpPr>
            <a:stCxn id="85" idx="2"/>
            <a:endCxn id="89" idx="0"/>
          </p:cNvCxnSpPr>
          <p:nvPr/>
        </p:nvCxnSpPr>
        <p:spPr>
          <a:xfrm rot="16200000" flipH="1">
            <a:off x="4646527" y="3992878"/>
            <a:ext cx="351050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肘形连接符 35"/>
          <p:cNvCxnSpPr>
            <a:stCxn id="89" idx="2"/>
            <a:endCxn id="90" idx="0"/>
          </p:cNvCxnSpPr>
          <p:nvPr/>
        </p:nvCxnSpPr>
        <p:spPr>
          <a:xfrm rot="5400000">
            <a:off x="4318535" y="4312505"/>
            <a:ext cx="356300" cy="65073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肘形连接符 37"/>
          <p:cNvCxnSpPr>
            <a:stCxn id="87" idx="2"/>
          </p:cNvCxnSpPr>
          <p:nvPr/>
        </p:nvCxnSpPr>
        <p:spPr>
          <a:xfrm rot="16200000" flipH="1">
            <a:off x="3245934" y="4107544"/>
            <a:ext cx="998670" cy="41828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肘形连接符 40"/>
          <p:cNvCxnSpPr>
            <a:stCxn id="90" idx="2"/>
            <a:endCxn id="91" idx="0"/>
          </p:cNvCxnSpPr>
          <p:nvPr/>
        </p:nvCxnSpPr>
        <p:spPr>
          <a:xfrm rot="5400000">
            <a:off x="4037420" y="5241238"/>
            <a:ext cx="267793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肘形连接符 100"/>
          <p:cNvCxnSpPr/>
          <p:nvPr/>
        </p:nvCxnSpPr>
        <p:spPr>
          <a:xfrm rot="5400000">
            <a:off x="4041806" y="5808596"/>
            <a:ext cx="267793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2" name="矩形 101"/>
          <p:cNvSpPr/>
          <p:nvPr/>
        </p:nvSpPr>
        <p:spPr>
          <a:xfrm>
            <a:off x="2891989" y="873290"/>
            <a:ext cx="1205765" cy="497930"/>
          </a:xfrm>
          <a:prstGeom prst="rect">
            <a:avLst/>
          </a:prstGeom>
          <a:noFill/>
          <a:ln w="1905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103" name="矩形 102"/>
          <p:cNvSpPr/>
          <p:nvPr/>
        </p:nvSpPr>
        <p:spPr>
          <a:xfrm>
            <a:off x="3568432" y="2751276"/>
            <a:ext cx="1205765" cy="497930"/>
          </a:xfrm>
          <a:prstGeom prst="rect">
            <a:avLst/>
          </a:prstGeom>
          <a:noFill/>
          <a:ln w="1905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5411779" y="3622382"/>
            <a:ext cx="590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00B050"/>
                </a:solidFill>
              </a:rPr>
              <a:t>CV1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4251761" y="3419187"/>
            <a:ext cx="1205765" cy="497930"/>
          </a:xfrm>
          <a:prstGeom prst="rect">
            <a:avLst/>
          </a:prstGeom>
          <a:noFill/>
          <a:ln w="1905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128" name="文本框 127"/>
          <p:cNvSpPr txBox="1"/>
          <p:nvPr/>
        </p:nvSpPr>
        <p:spPr>
          <a:xfrm>
            <a:off x="2362395" y="3630522"/>
            <a:ext cx="590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00B050"/>
                </a:solidFill>
              </a:rPr>
              <a:t>CV2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129" name="矩形 128"/>
          <p:cNvSpPr/>
          <p:nvPr/>
        </p:nvSpPr>
        <p:spPr>
          <a:xfrm>
            <a:off x="2922305" y="3412332"/>
            <a:ext cx="1205765" cy="497930"/>
          </a:xfrm>
          <a:prstGeom prst="rect">
            <a:avLst/>
          </a:prstGeom>
          <a:noFill/>
          <a:ln w="1905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130" name="文本框 129"/>
          <p:cNvSpPr txBox="1"/>
          <p:nvPr/>
        </p:nvSpPr>
        <p:spPr>
          <a:xfrm>
            <a:off x="4722203" y="5469745"/>
            <a:ext cx="590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00B050"/>
                </a:solidFill>
              </a:rPr>
              <a:t>CV3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131" name="矩形 130"/>
          <p:cNvSpPr/>
          <p:nvPr/>
        </p:nvSpPr>
        <p:spPr>
          <a:xfrm>
            <a:off x="3568432" y="5270342"/>
            <a:ext cx="1205765" cy="497930"/>
          </a:xfrm>
          <a:prstGeom prst="rect">
            <a:avLst/>
          </a:prstGeom>
          <a:noFill/>
          <a:ln w="1905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8958561" y="1423109"/>
            <a:ext cx="1713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rgbClr val="FF0000"/>
                </a:solidFill>
              </a:rPr>
              <a:t>RepNCSP</a:t>
            </a:r>
            <a:r>
              <a:rPr lang="en-US" altLang="zh-CN" dirty="0">
                <a:solidFill>
                  <a:srgbClr val="FF0000"/>
                </a:solidFill>
              </a:rPr>
              <a:t> Block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5312429" y="1574831"/>
            <a:ext cx="465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altLang="zh-CN" dirty="0" smtClean="0">
                <a:solidFill>
                  <a:srgbClr val="7030A0"/>
                </a:solidFill>
              </a:rPr>
              <a:t>n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5337554" y="4090391"/>
            <a:ext cx="465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altLang="zh-CN" dirty="0" smtClean="0">
                <a:solidFill>
                  <a:srgbClr val="7030A0"/>
                </a:solidFill>
              </a:rPr>
              <a:t>n</a:t>
            </a:r>
            <a:endParaRPr lang="zh-CN" altLang="en-US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5535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文本框 170"/>
          <p:cNvSpPr txBox="1"/>
          <p:nvPr/>
        </p:nvSpPr>
        <p:spPr>
          <a:xfrm>
            <a:off x="2894613" y="2854055"/>
            <a:ext cx="590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00B050"/>
                </a:solidFill>
              </a:rPr>
              <a:t>CV2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172" name="矩形 171"/>
          <p:cNvSpPr/>
          <p:nvPr/>
        </p:nvSpPr>
        <p:spPr>
          <a:xfrm>
            <a:off x="2953468" y="2356125"/>
            <a:ext cx="1205765" cy="497930"/>
          </a:xfrm>
          <a:prstGeom prst="rect">
            <a:avLst/>
          </a:prstGeom>
          <a:noFill/>
          <a:ln w="1905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3046435" y="2461546"/>
            <a:ext cx="997464" cy="29131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CBS</a:t>
            </a:r>
          </a:p>
        </p:txBody>
      </p:sp>
      <p:sp>
        <p:nvSpPr>
          <p:cNvPr id="150" name="文本框 149"/>
          <p:cNvSpPr txBox="1"/>
          <p:nvPr/>
        </p:nvSpPr>
        <p:spPr>
          <a:xfrm>
            <a:off x="6466041" y="1305680"/>
            <a:ext cx="694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dirty="0" smtClean="0">
                <a:solidFill>
                  <a:srgbClr val="00B050"/>
                </a:solidFill>
              </a:rPr>
              <a:t>CV1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151" name="矩形 150"/>
          <p:cNvSpPr/>
          <p:nvPr/>
        </p:nvSpPr>
        <p:spPr>
          <a:xfrm>
            <a:off x="4219561" y="1646916"/>
            <a:ext cx="2859419" cy="2024043"/>
          </a:xfrm>
          <a:prstGeom prst="rect">
            <a:avLst/>
          </a:prstGeom>
          <a:noFill/>
          <a:ln w="1905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165" name="文本框 164"/>
          <p:cNvSpPr txBox="1"/>
          <p:nvPr/>
        </p:nvSpPr>
        <p:spPr>
          <a:xfrm>
            <a:off x="10139661" y="2581086"/>
            <a:ext cx="1816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 smtClean="0">
                <a:solidFill>
                  <a:srgbClr val="FF0000"/>
                </a:solidFill>
              </a:rPr>
              <a:t>RepNBottleNeck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5" name="肘形连接符 4"/>
          <p:cNvCxnSpPr>
            <a:endCxn id="62" idx="0"/>
          </p:cNvCxnSpPr>
          <p:nvPr/>
        </p:nvCxnSpPr>
        <p:spPr>
          <a:xfrm rot="10800000" flipV="1">
            <a:off x="3545168" y="1554178"/>
            <a:ext cx="1351303" cy="90736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>
            <a:off x="4408991" y="3885329"/>
            <a:ext cx="997464" cy="29131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Add</a:t>
            </a:r>
            <a:endParaRPr lang="en-US" altLang="zh-CN" sz="900" dirty="0" smtClean="0"/>
          </a:p>
        </p:txBody>
      </p:sp>
      <p:cxnSp>
        <p:nvCxnSpPr>
          <p:cNvPr id="11" name="肘形连接符 10"/>
          <p:cNvCxnSpPr>
            <a:stCxn id="62" idx="2"/>
            <a:endCxn id="41" idx="1"/>
          </p:cNvCxnSpPr>
          <p:nvPr/>
        </p:nvCxnSpPr>
        <p:spPr>
          <a:xfrm rot="16200000" flipH="1">
            <a:off x="3338017" y="2960015"/>
            <a:ext cx="1278124" cy="86382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41" idx="2"/>
          </p:cNvCxnSpPr>
          <p:nvPr/>
        </p:nvCxnSpPr>
        <p:spPr>
          <a:xfrm>
            <a:off x="4907723" y="4176648"/>
            <a:ext cx="0" cy="3752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4128744" y="1305680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Input, shape=[B,C,H,W]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4546577" y="931184"/>
            <a:ext cx="557140" cy="406219"/>
            <a:chOff x="2764669" y="532455"/>
            <a:chExt cx="557140" cy="406219"/>
          </a:xfrm>
        </p:grpSpPr>
        <p:sp>
          <p:nvSpPr>
            <p:cNvPr id="51" name="矩形 50"/>
            <p:cNvSpPr/>
            <p:nvPr/>
          </p:nvSpPr>
          <p:spPr>
            <a:xfrm>
              <a:off x="2919082" y="532455"/>
              <a:ext cx="402727" cy="2558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53" name="矩形 52"/>
            <p:cNvSpPr/>
            <p:nvPr/>
          </p:nvSpPr>
          <p:spPr>
            <a:xfrm>
              <a:off x="2869033" y="583605"/>
              <a:ext cx="402727" cy="2558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54" name="矩形 53"/>
            <p:cNvSpPr/>
            <p:nvPr/>
          </p:nvSpPr>
          <p:spPr>
            <a:xfrm>
              <a:off x="2814718" y="628582"/>
              <a:ext cx="402727" cy="2558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55" name="矩形 54"/>
            <p:cNvSpPr/>
            <p:nvPr/>
          </p:nvSpPr>
          <p:spPr>
            <a:xfrm>
              <a:off x="2764669" y="682854"/>
              <a:ext cx="402727" cy="2558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56" name="矩形 55"/>
          <p:cNvSpPr/>
          <p:nvPr/>
        </p:nvSpPr>
        <p:spPr>
          <a:xfrm>
            <a:off x="4889914" y="2272284"/>
            <a:ext cx="997464" cy="29131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CB</a:t>
            </a:r>
            <a:endParaRPr lang="en-US" altLang="zh-CN" sz="900" dirty="0" smtClean="0"/>
          </a:p>
        </p:txBody>
      </p:sp>
      <p:sp>
        <p:nvSpPr>
          <p:cNvPr id="57" name="矩形 56"/>
          <p:cNvSpPr/>
          <p:nvPr/>
        </p:nvSpPr>
        <p:spPr>
          <a:xfrm>
            <a:off x="5965222" y="2272281"/>
            <a:ext cx="997464" cy="29131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CB</a:t>
            </a:r>
            <a:endParaRPr lang="en-US" altLang="zh-CN" sz="900" dirty="0" smtClean="0"/>
          </a:p>
        </p:txBody>
      </p:sp>
      <p:sp>
        <p:nvSpPr>
          <p:cNvPr id="58" name="矩形 57"/>
          <p:cNvSpPr/>
          <p:nvPr/>
        </p:nvSpPr>
        <p:spPr>
          <a:xfrm>
            <a:off x="4405472" y="3283984"/>
            <a:ext cx="997464" cy="29131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S (</a:t>
            </a:r>
            <a:r>
              <a:rPr lang="en-US" altLang="zh-CN" sz="900" dirty="0" err="1" smtClean="0"/>
              <a:t>SiLU</a:t>
            </a:r>
            <a:r>
              <a:rPr lang="en-US" altLang="zh-CN" sz="900" dirty="0" smtClean="0"/>
              <a:t>)</a:t>
            </a:r>
            <a:endParaRPr lang="en-US" altLang="zh-CN" sz="900" dirty="0" smtClean="0"/>
          </a:p>
        </p:txBody>
      </p:sp>
      <p:cxnSp>
        <p:nvCxnSpPr>
          <p:cNvPr id="16" name="直接箭头连接符 15"/>
          <p:cNvCxnSpPr/>
          <p:nvPr/>
        </p:nvCxnSpPr>
        <p:spPr>
          <a:xfrm>
            <a:off x="4598394" y="1551900"/>
            <a:ext cx="1851" cy="17320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肘形连接符 18"/>
          <p:cNvCxnSpPr>
            <a:endCxn id="56" idx="0"/>
          </p:cNvCxnSpPr>
          <p:nvPr/>
        </p:nvCxnSpPr>
        <p:spPr>
          <a:xfrm rot="16200000" flipH="1">
            <a:off x="4686632" y="1570270"/>
            <a:ext cx="720702" cy="6833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肘形连接符 20"/>
          <p:cNvCxnSpPr>
            <a:stCxn id="47" idx="3"/>
            <a:endCxn id="57" idx="0"/>
          </p:cNvCxnSpPr>
          <p:nvPr/>
        </p:nvCxnSpPr>
        <p:spPr>
          <a:xfrm>
            <a:off x="5675962" y="1428791"/>
            <a:ext cx="787992" cy="84349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肘形连接符 22"/>
          <p:cNvCxnSpPr>
            <a:stCxn id="56" idx="2"/>
          </p:cNvCxnSpPr>
          <p:nvPr/>
        </p:nvCxnSpPr>
        <p:spPr>
          <a:xfrm rot="5400000">
            <a:off x="4716337" y="2611354"/>
            <a:ext cx="720060" cy="62455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肘形连接符 24"/>
          <p:cNvCxnSpPr>
            <a:stCxn id="57" idx="2"/>
            <a:endCxn id="58" idx="3"/>
          </p:cNvCxnSpPr>
          <p:nvPr/>
        </p:nvCxnSpPr>
        <p:spPr>
          <a:xfrm rot="5400000">
            <a:off x="5500423" y="2466113"/>
            <a:ext cx="866044" cy="106101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>
            <a:stCxn id="58" idx="2"/>
          </p:cNvCxnSpPr>
          <p:nvPr/>
        </p:nvCxnSpPr>
        <p:spPr>
          <a:xfrm flipH="1">
            <a:off x="4902353" y="3575303"/>
            <a:ext cx="1851" cy="2987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8337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/>
          <p:cNvSpPr txBox="1"/>
          <p:nvPr/>
        </p:nvSpPr>
        <p:spPr>
          <a:xfrm>
            <a:off x="3503904" y="937203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Input, shape=[B,C,H,W]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921737" y="562707"/>
            <a:ext cx="557140" cy="406219"/>
            <a:chOff x="2764669" y="532455"/>
            <a:chExt cx="557140" cy="406219"/>
          </a:xfrm>
        </p:grpSpPr>
        <p:sp>
          <p:nvSpPr>
            <p:cNvPr id="86" name="矩形 85"/>
            <p:cNvSpPr/>
            <p:nvPr/>
          </p:nvSpPr>
          <p:spPr>
            <a:xfrm>
              <a:off x="2919082" y="532455"/>
              <a:ext cx="402727" cy="2558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84" name="矩形 83"/>
            <p:cNvSpPr/>
            <p:nvPr/>
          </p:nvSpPr>
          <p:spPr>
            <a:xfrm>
              <a:off x="2869033" y="583605"/>
              <a:ext cx="402727" cy="2558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83" name="矩形 82"/>
            <p:cNvSpPr/>
            <p:nvPr/>
          </p:nvSpPr>
          <p:spPr>
            <a:xfrm>
              <a:off x="2814718" y="628582"/>
              <a:ext cx="402727" cy="2558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98" name="矩形 197"/>
            <p:cNvSpPr/>
            <p:nvPr/>
          </p:nvSpPr>
          <p:spPr>
            <a:xfrm>
              <a:off x="2764669" y="682854"/>
              <a:ext cx="402727" cy="2558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171" name="文本框 170"/>
          <p:cNvSpPr txBox="1"/>
          <p:nvPr/>
        </p:nvSpPr>
        <p:spPr>
          <a:xfrm>
            <a:off x="4796869" y="1639407"/>
            <a:ext cx="590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00B050"/>
                </a:solidFill>
              </a:rPr>
              <a:t>CV1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172" name="矩形 171"/>
          <p:cNvSpPr/>
          <p:nvPr/>
        </p:nvSpPr>
        <p:spPr>
          <a:xfrm>
            <a:off x="3636851" y="1436212"/>
            <a:ext cx="1205765" cy="497930"/>
          </a:xfrm>
          <a:prstGeom prst="rect">
            <a:avLst/>
          </a:prstGeom>
          <a:noFill/>
          <a:ln w="1905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4227464" y="2184950"/>
            <a:ext cx="997465" cy="291319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Maxpool2d</a:t>
            </a:r>
          </a:p>
        </p:txBody>
      </p:sp>
      <p:sp>
        <p:nvSpPr>
          <p:cNvPr id="62" name="矩形 61"/>
          <p:cNvSpPr/>
          <p:nvPr/>
        </p:nvSpPr>
        <p:spPr>
          <a:xfrm>
            <a:off x="3729818" y="1541633"/>
            <a:ext cx="997464" cy="29131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CBS</a:t>
            </a:r>
          </a:p>
        </p:txBody>
      </p:sp>
      <p:sp>
        <p:nvSpPr>
          <p:cNvPr id="63" name="矩形 62"/>
          <p:cNvSpPr/>
          <p:nvPr/>
        </p:nvSpPr>
        <p:spPr>
          <a:xfrm>
            <a:off x="3728731" y="4296083"/>
            <a:ext cx="997465" cy="29131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err="1" smtClean="0"/>
              <a:t>Concat</a:t>
            </a:r>
            <a:r>
              <a:rPr lang="en-US" altLang="zh-CN" sz="900" dirty="0"/>
              <a:t> </a:t>
            </a:r>
            <a:r>
              <a:rPr lang="en-US" altLang="zh-CN" sz="900" dirty="0" smtClean="0"/>
              <a:t>(dim=1)</a:t>
            </a:r>
          </a:p>
        </p:txBody>
      </p:sp>
      <p:cxnSp>
        <p:nvCxnSpPr>
          <p:cNvPr id="48" name="直接箭头连接符 47"/>
          <p:cNvCxnSpPr/>
          <p:nvPr/>
        </p:nvCxnSpPr>
        <p:spPr>
          <a:xfrm flipH="1">
            <a:off x="4228679" y="1171232"/>
            <a:ext cx="0" cy="2527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肘形连接符 49"/>
          <p:cNvCxnSpPr/>
          <p:nvPr/>
        </p:nvCxnSpPr>
        <p:spPr>
          <a:xfrm rot="5400000">
            <a:off x="2687979" y="3057361"/>
            <a:ext cx="2467046" cy="47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肘形连接符 51"/>
          <p:cNvCxnSpPr>
            <a:stCxn id="62" idx="2"/>
            <a:endCxn id="61" idx="0"/>
          </p:cNvCxnSpPr>
          <p:nvPr/>
        </p:nvCxnSpPr>
        <p:spPr>
          <a:xfrm rot="16200000" flipH="1">
            <a:off x="4301374" y="1760127"/>
            <a:ext cx="351998" cy="49764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2" name="矩形 131"/>
          <p:cNvSpPr/>
          <p:nvPr/>
        </p:nvSpPr>
        <p:spPr>
          <a:xfrm>
            <a:off x="4776245" y="2788628"/>
            <a:ext cx="997465" cy="291319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Maxpool2d</a:t>
            </a:r>
          </a:p>
        </p:txBody>
      </p:sp>
      <p:sp>
        <p:nvSpPr>
          <p:cNvPr id="133" name="矩形 132"/>
          <p:cNvSpPr/>
          <p:nvPr/>
        </p:nvSpPr>
        <p:spPr>
          <a:xfrm>
            <a:off x="5495739" y="3396121"/>
            <a:ext cx="997465" cy="291319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Maxpool2d</a:t>
            </a:r>
          </a:p>
        </p:txBody>
      </p:sp>
      <p:cxnSp>
        <p:nvCxnSpPr>
          <p:cNvPr id="59" name="肘形连接符 58"/>
          <p:cNvCxnSpPr>
            <a:endCxn id="63" idx="0"/>
          </p:cNvCxnSpPr>
          <p:nvPr/>
        </p:nvCxnSpPr>
        <p:spPr>
          <a:xfrm rot="5400000">
            <a:off x="3418241" y="3285494"/>
            <a:ext cx="1819812" cy="20136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肘形连接符 67"/>
          <p:cNvCxnSpPr>
            <a:stCxn id="61" idx="2"/>
            <a:endCxn id="132" idx="0"/>
          </p:cNvCxnSpPr>
          <p:nvPr/>
        </p:nvCxnSpPr>
        <p:spPr>
          <a:xfrm rot="16200000" flipH="1">
            <a:off x="4844408" y="2358057"/>
            <a:ext cx="312359" cy="54878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肘形连接符 69"/>
          <p:cNvCxnSpPr>
            <a:stCxn id="132" idx="2"/>
            <a:endCxn id="133" idx="0"/>
          </p:cNvCxnSpPr>
          <p:nvPr/>
        </p:nvCxnSpPr>
        <p:spPr>
          <a:xfrm rot="16200000" flipH="1">
            <a:off x="5476638" y="2878287"/>
            <a:ext cx="316174" cy="71949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肘形连接符 72"/>
          <p:cNvCxnSpPr/>
          <p:nvPr/>
        </p:nvCxnSpPr>
        <p:spPr>
          <a:xfrm rot="5400000">
            <a:off x="4136180" y="3458519"/>
            <a:ext cx="1211173" cy="45402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肘形连接符 76"/>
          <p:cNvCxnSpPr>
            <a:stCxn id="133" idx="2"/>
            <a:endCxn id="63" idx="3"/>
          </p:cNvCxnSpPr>
          <p:nvPr/>
        </p:nvCxnSpPr>
        <p:spPr>
          <a:xfrm rot="5400000">
            <a:off x="4983183" y="3430453"/>
            <a:ext cx="754303" cy="126827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0" name="文本框 149"/>
          <p:cNvSpPr txBox="1"/>
          <p:nvPr/>
        </p:nvSpPr>
        <p:spPr>
          <a:xfrm>
            <a:off x="5307322" y="2270165"/>
            <a:ext cx="590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00B050"/>
                </a:solidFill>
              </a:rPr>
              <a:t>CV2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151" name="矩形 150"/>
          <p:cNvSpPr/>
          <p:nvPr/>
        </p:nvSpPr>
        <p:spPr>
          <a:xfrm>
            <a:off x="4147304" y="2066970"/>
            <a:ext cx="1205765" cy="497930"/>
          </a:xfrm>
          <a:prstGeom prst="rect">
            <a:avLst/>
          </a:prstGeom>
          <a:noFill/>
          <a:ln w="1905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154" name="文本框 153"/>
          <p:cNvSpPr txBox="1"/>
          <p:nvPr/>
        </p:nvSpPr>
        <p:spPr>
          <a:xfrm>
            <a:off x="5805696" y="2864129"/>
            <a:ext cx="590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00B050"/>
                </a:solidFill>
              </a:rPr>
              <a:t>CV3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155" name="矩形 154"/>
          <p:cNvSpPr/>
          <p:nvPr/>
        </p:nvSpPr>
        <p:spPr>
          <a:xfrm>
            <a:off x="4645678" y="2660934"/>
            <a:ext cx="1205765" cy="497930"/>
          </a:xfrm>
          <a:prstGeom prst="rect">
            <a:avLst/>
          </a:prstGeom>
          <a:noFill/>
          <a:ln w="1905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156" name="文本框 155"/>
          <p:cNvSpPr txBox="1"/>
          <p:nvPr/>
        </p:nvSpPr>
        <p:spPr>
          <a:xfrm>
            <a:off x="6546092" y="3497544"/>
            <a:ext cx="590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00B050"/>
                </a:solidFill>
              </a:rPr>
              <a:t>CV4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157" name="矩形 156"/>
          <p:cNvSpPr/>
          <p:nvPr/>
        </p:nvSpPr>
        <p:spPr>
          <a:xfrm>
            <a:off x="5386074" y="3294349"/>
            <a:ext cx="1205765" cy="497930"/>
          </a:xfrm>
          <a:prstGeom prst="rect">
            <a:avLst/>
          </a:prstGeom>
          <a:noFill/>
          <a:ln w="1905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158" name="矩形 157"/>
          <p:cNvSpPr/>
          <p:nvPr/>
        </p:nvSpPr>
        <p:spPr>
          <a:xfrm>
            <a:off x="3728065" y="4963994"/>
            <a:ext cx="997464" cy="29131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CBS</a:t>
            </a:r>
          </a:p>
        </p:txBody>
      </p:sp>
      <p:sp>
        <p:nvSpPr>
          <p:cNvPr id="159" name="文本框 158"/>
          <p:cNvSpPr txBox="1"/>
          <p:nvPr/>
        </p:nvSpPr>
        <p:spPr>
          <a:xfrm>
            <a:off x="4783932" y="5057029"/>
            <a:ext cx="590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00B050"/>
                </a:solidFill>
              </a:rPr>
              <a:t>CV5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160" name="矩形 159"/>
          <p:cNvSpPr/>
          <p:nvPr/>
        </p:nvSpPr>
        <p:spPr>
          <a:xfrm>
            <a:off x="3623914" y="4853834"/>
            <a:ext cx="1205765" cy="497930"/>
          </a:xfrm>
          <a:prstGeom prst="rect">
            <a:avLst/>
          </a:prstGeom>
          <a:noFill/>
          <a:ln w="1905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cxnSp>
        <p:nvCxnSpPr>
          <p:cNvPr id="96" name="肘形连接符 95"/>
          <p:cNvCxnSpPr>
            <a:stCxn id="63" idx="2"/>
            <a:endCxn id="158" idx="0"/>
          </p:cNvCxnSpPr>
          <p:nvPr/>
        </p:nvCxnSpPr>
        <p:spPr>
          <a:xfrm rot="5400000">
            <a:off x="4038835" y="4775365"/>
            <a:ext cx="376592" cy="66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5" name="文本框 164"/>
          <p:cNvSpPr txBox="1"/>
          <p:nvPr/>
        </p:nvSpPr>
        <p:spPr>
          <a:xfrm>
            <a:off x="8958561" y="1423109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SPPELAN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3460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/>
          <p:cNvSpPr txBox="1"/>
          <p:nvPr/>
        </p:nvSpPr>
        <p:spPr>
          <a:xfrm>
            <a:off x="3503904" y="937203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smtClean="0">
                <a:solidFill>
                  <a:srgbClr val="7030A0"/>
                </a:solidFill>
              </a:rPr>
              <a:t>Input, shape=[B,C,H,W]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921737" y="562707"/>
            <a:ext cx="557140" cy="406219"/>
            <a:chOff x="2764669" y="532455"/>
            <a:chExt cx="557140" cy="406219"/>
          </a:xfrm>
        </p:grpSpPr>
        <p:sp>
          <p:nvSpPr>
            <p:cNvPr id="86" name="矩形 85"/>
            <p:cNvSpPr/>
            <p:nvPr/>
          </p:nvSpPr>
          <p:spPr>
            <a:xfrm>
              <a:off x="2919082" y="532455"/>
              <a:ext cx="402727" cy="2558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84" name="矩形 83"/>
            <p:cNvSpPr/>
            <p:nvPr/>
          </p:nvSpPr>
          <p:spPr>
            <a:xfrm>
              <a:off x="2869033" y="583605"/>
              <a:ext cx="402727" cy="2558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83" name="矩形 82"/>
            <p:cNvSpPr/>
            <p:nvPr/>
          </p:nvSpPr>
          <p:spPr>
            <a:xfrm>
              <a:off x="2814718" y="628582"/>
              <a:ext cx="402727" cy="2558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98" name="矩形 197"/>
            <p:cNvSpPr/>
            <p:nvPr/>
          </p:nvSpPr>
          <p:spPr>
            <a:xfrm>
              <a:off x="2764669" y="682854"/>
              <a:ext cx="402727" cy="2558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171" name="文本框 170"/>
          <p:cNvSpPr txBox="1"/>
          <p:nvPr/>
        </p:nvSpPr>
        <p:spPr>
          <a:xfrm>
            <a:off x="8751649" y="1995636"/>
            <a:ext cx="590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00B050"/>
                </a:solidFill>
              </a:rPr>
              <a:t>CV1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172" name="矩形 171"/>
          <p:cNvSpPr/>
          <p:nvPr/>
        </p:nvSpPr>
        <p:spPr>
          <a:xfrm>
            <a:off x="7591631" y="1792441"/>
            <a:ext cx="1205765" cy="497930"/>
          </a:xfrm>
          <a:prstGeom prst="rect">
            <a:avLst/>
          </a:prstGeom>
          <a:noFill/>
          <a:ln w="1905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3728731" y="1462115"/>
            <a:ext cx="997465" cy="291319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/>
              <a:t>Avg</a:t>
            </a:r>
            <a:r>
              <a:rPr lang="en-US" altLang="zh-CN" sz="900" dirty="0" smtClean="0"/>
              <a:t>pool2d</a:t>
            </a:r>
            <a:endParaRPr lang="en-US" altLang="zh-CN" sz="900" dirty="0" smtClean="0"/>
          </a:p>
        </p:txBody>
      </p:sp>
      <p:sp>
        <p:nvSpPr>
          <p:cNvPr id="62" name="矩形 61"/>
          <p:cNvSpPr/>
          <p:nvPr/>
        </p:nvSpPr>
        <p:spPr>
          <a:xfrm>
            <a:off x="4314180" y="4004289"/>
            <a:ext cx="997464" cy="29131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CBS</a:t>
            </a:r>
          </a:p>
        </p:txBody>
      </p:sp>
      <p:sp>
        <p:nvSpPr>
          <p:cNvPr id="63" name="矩形 62"/>
          <p:cNvSpPr/>
          <p:nvPr/>
        </p:nvSpPr>
        <p:spPr>
          <a:xfrm>
            <a:off x="3727800" y="4638876"/>
            <a:ext cx="997465" cy="29131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err="1" smtClean="0"/>
              <a:t>Concat</a:t>
            </a:r>
            <a:r>
              <a:rPr lang="en-US" altLang="zh-CN" sz="900" dirty="0"/>
              <a:t> </a:t>
            </a:r>
            <a:r>
              <a:rPr lang="en-US" altLang="zh-CN" sz="900" dirty="0" smtClean="0"/>
              <a:t>(dim=1)</a:t>
            </a:r>
          </a:p>
        </p:txBody>
      </p:sp>
      <p:cxnSp>
        <p:nvCxnSpPr>
          <p:cNvPr id="48" name="直接箭头连接符 47"/>
          <p:cNvCxnSpPr>
            <a:endCxn id="61" idx="0"/>
          </p:cNvCxnSpPr>
          <p:nvPr/>
        </p:nvCxnSpPr>
        <p:spPr>
          <a:xfrm flipH="1">
            <a:off x="4227464" y="1171232"/>
            <a:ext cx="1215" cy="2908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肘形连接符 49"/>
          <p:cNvCxnSpPr/>
          <p:nvPr/>
        </p:nvCxnSpPr>
        <p:spPr>
          <a:xfrm rot="5400000">
            <a:off x="6642759" y="3413590"/>
            <a:ext cx="2467046" cy="47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肘形连接符 51"/>
          <p:cNvCxnSpPr>
            <a:stCxn id="62" idx="2"/>
            <a:endCxn id="61" idx="0"/>
          </p:cNvCxnSpPr>
          <p:nvPr/>
        </p:nvCxnSpPr>
        <p:spPr>
          <a:xfrm rot="16200000" flipH="1">
            <a:off x="8256154" y="2116356"/>
            <a:ext cx="351998" cy="49764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2" name="矩形 131"/>
          <p:cNvSpPr/>
          <p:nvPr/>
        </p:nvSpPr>
        <p:spPr>
          <a:xfrm>
            <a:off x="4314180" y="3353367"/>
            <a:ext cx="997465" cy="291319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Maxpool2d</a:t>
            </a:r>
          </a:p>
        </p:txBody>
      </p:sp>
      <p:sp>
        <p:nvSpPr>
          <p:cNvPr id="133" name="矩形 132"/>
          <p:cNvSpPr/>
          <p:nvPr/>
        </p:nvSpPr>
        <p:spPr>
          <a:xfrm>
            <a:off x="9450519" y="3752350"/>
            <a:ext cx="997465" cy="291319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Maxpool2d</a:t>
            </a:r>
          </a:p>
        </p:txBody>
      </p:sp>
      <p:cxnSp>
        <p:nvCxnSpPr>
          <p:cNvPr id="59" name="肘形连接符 58"/>
          <p:cNvCxnSpPr>
            <a:endCxn id="63" idx="0"/>
          </p:cNvCxnSpPr>
          <p:nvPr/>
        </p:nvCxnSpPr>
        <p:spPr>
          <a:xfrm rot="5400000">
            <a:off x="7373021" y="3641723"/>
            <a:ext cx="1819812" cy="20136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肘形连接符 67"/>
          <p:cNvCxnSpPr>
            <a:stCxn id="61" idx="2"/>
            <a:endCxn id="132" idx="0"/>
          </p:cNvCxnSpPr>
          <p:nvPr/>
        </p:nvCxnSpPr>
        <p:spPr>
          <a:xfrm rot="16200000" flipH="1">
            <a:off x="8799188" y="2714286"/>
            <a:ext cx="312359" cy="54878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肘形连接符 69"/>
          <p:cNvCxnSpPr>
            <a:stCxn id="132" idx="2"/>
            <a:endCxn id="133" idx="0"/>
          </p:cNvCxnSpPr>
          <p:nvPr/>
        </p:nvCxnSpPr>
        <p:spPr>
          <a:xfrm rot="16200000" flipH="1">
            <a:off x="9431418" y="3234516"/>
            <a:ext cx="316174" cy="71949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肘形连接符 72"/>
          <p:cNvCxnSpPr/>
          <p:nvPr/>
        </p:nvCxnSpPr>
        <p:spPr>
          <a:xfrm rot="5400000">
            <a:off x="8090960" y="3814748"/>
            <a:ext cx="1211173" cy="45402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肘形连接符 76"/>
          <p:cNvCxnSpPr>
            <a:stCxn id="133" idx="2"/>
            <a:endCxn id="63" idx="3"/>
          </p:cNvCxnSpPr>
          <p:nvPr/>
        </p:nvCxnSpPr>
        <p:spPr>
          <a:xfrm rot="5400000">
            <a:off x="8937963" y="3786682"/>
            <a:ext cx="754303" cy="126827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0" name="文本框 149"/>
          <p:cNvSpPr txBox="1"/>
          <p:nvPr/>
        </p:nvSpPr>
        <p:spPr>
          <a:xfrm>
            <a:off x="9262102" y="2626394"/>
            <a:ext cx="590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00B050"/>
                </a:solidFill>
              </a:rPr>
              <a:t>CV2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151" name="矩形 150"/>
          <p:cNvSpPr/>
          <p:nvPr/>
        </p:nvSpPr>
        <p:spPr>
          <a:xfrm>
            <a:off x="8102084" y="2423199"/>
            <a:ext cx="1205765" cy="497930"/>
          </a:xfrm>
          <a:prstGeom prst="rect">
            <a:avLst/>
          </a:prstGeom>
          <a:noFill/>
          <a:ln w="1905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154" name="文本框 153"/>
          <p:cNvSpPr txBox="1"/>
          <p:nvPr/>
        </p:nvSpPr>
        <p:spPr>
          <a:xfrm>
            <a:off x="9760476" y="3220358"/>
            <a:ext cx="590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00B050"/>
                </a:solidFill>
              </a:rPr>
              <a:t>CV3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155" name="矩形 154"/>
          <p:cNvSpPr/>
          <p:nvPr/>
        </p:nvSpPr>
        <p:spPr>
          <a:xfrm>
            <a:off x="8600458" y="3017163"/>
            <a:ext cx="1205765" cy="497930"/>
          </a:xfrm>
          <a:prstGeom prst="rect">
            <a:avLst/>
          </a:prstGeom>
          <a:noFill/>
          <a:ln w="1905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156" name="文本框 155"/>
          <p:cNvSpPr txBox="1"/>
          <p:nvPr/>
        </p:nvSpPr>
        <p:spPr>
          <a:xfrm>
            <a:off x="10500872" y="3853773"/>
            <a:ext cx="590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00B050"/>
                </a:solidFill>
              </a:rPr>
              <a:t>CV4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157" name="矩形 156"/>
          <p:cNvSpPr/>
          <p:nvPr/>
        </p:nvSpPr>
        <p:spPr>
          <a:xfrm>
            <a:off x="9340854" y="3650578"/>
            <a:ext cx="1205765" cy="497930"/>
          </a:xfrm>
          <a:prstGeom prst="rect">
            <a:avLst/>
          </a:prstGeom>
          <a:noFill/>
          <a:ln w="1905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158" name="矩形 157"/>
          <p:cNvSpPr/>
          <p:nvPr/>
        </p:nvSpPr>
        <p:spPr>
          <a:xfrm>
            <a:off x="7682845" y="5320223"/>
            <a:ext cx="997464" cy="29131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CBS</a:t>
            </a:r>
          </a:p>
        </p:txBody>
      </p:sp>
      <p:sp>
        <p:nvSpPr>
          <p:cNvPr id="159" name="文本框 158"/>
          <p:cNvSpPr txBox="1"/>
          <p:nvPr/>
        </p:nvSpPr>
        <p:spPr>
          <a:xfrm>
            <a:off x="8738712" y="5413258"/>
            <a:ext cx="590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00B050"/>
                </a:solidFill>
              </a:rPr>
              <a:t>CV5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160" name="矩形 159"/>
          <p:cNvSpPr/>
          <p:nvPr/>
        </p:nvSpPr>
        <p:spPr>
          <a:xfrm>
            <a:off x="7578694" y="5210063"/>
            <a:ext cx="1205765" cy="497930"/>
          </a:xfrm>
          <a:prstGeom prst="rect">
            <a:avLst/>
          </a:prstGeom>
          <a:noFill/>
          <a:ln w="1905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cxnSp>
        <p:nvCxnSpPr>
          <p:cNvPr id="96" name="肘形连接符 95"/>
          <p:cNvCxnSpPr>
            <a:stCxn id="38" idx="2"/>
            <a:endCxn id="51" idx="0"/>
          </p:cNvCxnSpPr>
          <p:nvPr/>
        </p:nvCxnSpPr>
        <p:spPr>
          <a:xfrm rot="5400000">
            <a:off x="3416924" y="3188160"/>
            <a:ext cx="330416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5" name="文本框 164"/>
          <p:cNvSpPr txBox="1"/>
          <p:nvPr/>
        </p:nvSpPr>
        <p:spPr>
          <a:xfrm>
            <a:off x="8958561" y="1423109"/>
            <a:ext cx="912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 smtClean="0">
                <a:solidFill>
                  <a:srgbClr val="FF0000"/>
                </a:solidFill>
              </a:rPr>
              <a:t>ADown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3727800" y="2084703"/>
            <a:ext cx="997465" cy="29131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Chunk(2, 1)</a:t>
            </a:r>
            <a:endParaRPr lang="zh-CN" altLang="en-US" sz="900" dirty="0"/>
          </a:p>
        </p:txBody>
      </p:sp>
      <p:grpSp>
        <p:nvGrpSpPr>
          <p:cNvPr id="36" name="组合 35"/>
          <p:cNvGrpSpPr/>
          <p:nvPr/>
        </p:nvGrpSpPr>
        <p:grpSpPr>
          <a:xfrm>
            <a:off x="3370088" y="2712860"/>
            <a:ext cx="476791" cy="310092"/>
            <a:chOff x="2055044" y="2330352"/>
            <a:chExt cx="452776" cy="310092"/>
          </a:xfrm>
        </p:grpSpPr>
        <p:sp>
          <p:nvSpPr>
            <p:cNvPr id="37" name="矩形 36"/>
            <p:cNvSpPr/>
            <p:nvPr/>
          </p:nvSpPr>
          <p:spPr>
            <a:xfrm>
              <a:off x="2105093" y="2330352"/>
              <a:ext cx="402727" cy="2558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2055044" y="2384624"/>
              <a:ext cx="402727" cy="2558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4601521" y="2712860"/>
            <a:ext cx="476791" cy="310092"/>
            <a:chOff x="2055044" y="2330352"/>
            <a:chExt cx="452776" cy="310092"/>
          </a:xfrm>
        </p:grpSpPr>
        <p:sp>
          <p:nvSpPr>
            <p:cNvPr id="40" name="矩形 39"/>
            <p:cNvSpPr/>
            <p:nvPr/>
          </p:nvSpPr>
          <p:spPr>
            <a:xfrm>
              <a:off x="2105093" y="2330352"/>
              <a:ext cx="402727" cy="2558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2055044" y="2384624"/>
              <a:ext cx="402727" cy="2558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42" name="直接箭头连接符 41"/>
          <p:cNvCxnSpPr/>
          <p:nvPr/>
        </p:nvCxnSpPr>
        <p:spPr>
          <a:xfrm>
            <a:off x="3728731" y="2423132"/>
            <a:ext cx="0" cy="249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/>
        </p:nvCxnSpPr>
        <p:spPr>
          <a:xfrm>
            <a:off x="4725265" y="2423132"/>
            <a:ext cx="0" cy="249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>
            <a:stCxn id="61" idx="2"/>
            <a:endCxn id="35" idx="0"/>
          </p:cNvCxnSpPr>
          <p:nvPr/>
        </p:nvCxnSpPr>
        <p:spPr>
          <a:xfrm flipH="1">
            <a:off x="4226533" y="1753434"/>
            <a:ext cx="931" cy="3312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3083399" y="3353368"/>
            <a:ext cx="997464" cy="29131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/>
              <a:t>CBS</a:t>
            </a:r>
          </a:p>
        </p:txBody>
      </p:sp>
      <p:cxnSp>
        <p:nvCxnSpPr>
          <p:cNvPr id="54" name="肘形连接符 53"/>
          <p:cNvCxnSpPr>
            <a:stCxn id="41" idx="2"/>
            <a:endCxn id="132" idx="0"/>
          </p:cNvCxnSpPr>
          <p:nvPr/>
        </p:nvCxnSpPr>
        <p:spPr>
          <a:xfrm rot="5400000">
            <a:off x="4648032" y="3187833"/>
            <a:ext cx="330415" cy="65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肘形连接符 57"/>
          <p:cNvCxnSpPr>
            <a:stCxn id="132" idx="2"/>
            <a:endCxn id="62" idx="0"/>
          </p:cNvCxnSpPr>
          <p:nvPr/>
        </p:nvCxnSpPr>
        <p:spPr>
          <a:xfrm rot="5400000">
            <a:off x="4633112" y="3824487"/>
            <a:ext cx="359603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肘形连接符 63"/>
          <p:cNvCxnSpPr>
            <a:stCxn id="51" idx="2"/>
          </p:cNvCxnSpPr>
          <p:nvPr/>
        </p:nvCxnSpPr>
        <p:spPr>
          <a:xfrm rot="16200000" flipH="1">
            <a:off x="3291891" y="3934927"/>
            <a:ext cx="994188" cy="41370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肘形连接符 64"/>
          <p:cNvCxnSpPr>
            <a:stCxn id="62" idx="2"/>
            <a:endCxn id="63" idx="0"/>
          </p:cNvCxnSpPr>
          <p:nvPr/>
        </p:nvCxnSpPr>
        <p:spPr>
          <a:xfrm rot="5400000">
            <a:off x="4348089" y="4174053"/>
            <a:ext cx="343268" cy="58637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/>
          <p:nvPr/>
        </p:nvCxnSpPr>
        <p:spPr>
          <a:xfrm flipH="1">
            <a:off x="4210994" y="4930195"/>
            <a:ext cx="931" cy="3312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6738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487</TotalTime>
  <Words>376</Words>
  <Application>Microsoft Office PowerPoint</Application>
  <PresentationFormat>宽屏</PresentationFormat>
  <Paragraphs>254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 R 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User</dc:creator>
  <cp:lastModifiedBy>Windows User</cp:lastModifiedBy>
  <cp:revision>30</cp:revision>
  <dcterms:created xsi:type="dcterms:W3CDTF">2024-02-27T07:22:43Z</dcterms:created>
  <dcterms:modified xsi:type="dcterms:W3CDTF">2024-03-01T02:38:12Z</dcterms:modified>
</cp:coreProperties>
</file>